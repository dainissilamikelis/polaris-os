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73" r:id="rId4"/>
    <p:sldId id="265" r:id="rId5"/>
    <p:sldId id="266" r:id="rId6"/>
    <p:sldId id="269" r:id="rId7"/>
    <p:sldId id="270" r:id="rId8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5662" autoAdjust="0"/>
  </p:normalViewPr>
  <p:slideViewPr>
    <p:cSldViewPr snapToGrid="0">
      <p:cViewPr>
        <p:scale>
          <a:sx n="69" d="100"/>
          <a:sy n="69" d="100"/>
        </p:scale>
        <p:origin x="104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46857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1307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8162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3360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62398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9309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5506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5619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6781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05267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90418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2BE52-6637-43E5-BB8D-4F98A8A2EEC9}" type="datetimeFigureOut">
              <a:rPr lang="lv-LV" smtClean="0"/>
              <a:t>16.11.2025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C7F38-6A27-412E-B3FD-C46EEB8EE0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2676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dataspeedinc.com/app/uploads/2023/02/IntelligentPowerDistributionDatasheet_Rev13.pdf" TargetMode="External"/><Relationship Id="rId7" Type="http://schemas.openxmlformats.org/officeDocument/2006/relationships/hyperlink" Target="https://bitbucket.org/DataspeedInc/dbw_ros/src/ros2/ds_dbw_joystick_demo/" TargetMode="External"/><Relationship Id="rId2" Type="http://schemas.openxmlformats.org/officeDocument/2006/relationships/hyperlink" Target="https://www.dataspeedinc.com/app/uploads/2025/01/POLARIS_RZRXP_FAQ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8105241.fs1.hubspotusercontent-na1.net/hubfs/8105241/ActiveDownloads/FORT%20Endpoint%20Controller%20Datasheet%200318.pdf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www.stereolabs.com/en-lv/series/zed-box" TargetMode="External"/><Relationship Id="rId9" Type="http://schemas.openxmlformats.org/officeDocument/2006/relationships/hyperlink" Target="https://www.stereolabs.com/en-lv/products/zed-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dainissilamikelis/polaris-ground-control.git" TargetMode="External"/><Relationship Id="rId2" Type="http://schemas.openxmlformats.org/officeDocument/2006/relationships/hyperlink" Target="https://docs.ros.org/en/kilted/Installation/Ubuntu-Install-Deb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ereolabs.com/docs/embedded/zed-box-orin/" TargetMode="External"/><Relationship Id="rId7" Type="http://schemas.openxmlformats.org/officeDocument/2006/relationships/hyperlink" Target="https://github.com/stereolabs/zed-gstreamer.git" TargetMode="External"/><Relationship Id="rId2" Type="http://schemas.openxmlformats.org/officeDocument/2006/relationships/hyperlink" Target="https://docs.ros.org/en/humble/Installation/Ubuntu-Install-Deb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tereolabs/zed-gstreamer" TargetMode="External"/><Relationship Id="rId5" Type="http://schemas.openxmlformats.org/officeDocument/2006/relationships/hyperlink" Target="https://www.stereolabs.com/en-lv/developers/drivers" TargetMode="External"/><Relationship Id="rId4" Type="http://schemas.openxmlformats.org/officeDocument/2006/relationships/hyperlink" Target="https://www.stereolabs.com/docs/embedded/zed-link/install-the-driv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warefoundation/ros2_socketcan.git" TargetMode="External"/><Relationship Id="rId2" Type="http://schemas.openxmlformats.org/officeDocument/2006/relationships/hyperlink" Target="mailto:git@github.com:dainissilamikelis/polaris-os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tereolabs.com/docs/global-localization/using-gnss-linux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802C3F-44ED-9F39-D6CB-FA24AD0F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0994" y="109665"/>
            <a:ext cx="2499612" cy="646474"/>
          </a:xfrm>
        </p:spPr>
        <p:txBody>
          <a:bodyPr>
            <a:normAutofit lnSpcReduction="10000"/>
          </a:bodyPr>
          <a:lstStyle/>
          <a:p>
            <a:endParaRPr lang="en-US" sz="1400" dirty="0"/>
          </a:p>
          <a:p>
            <a:r>
              <a:rPr lang="en-US" sz="1600" b="1" dirty="0"/>
              <a:t>KONCEPTUĀLA SHĒMA</a:t>
            </a:r>
            <a:endParaRPr lang="lv-LV" sz="16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F1E7AC2-2386-B536-85CF-2B0C2B877FDA}"/>
              </a:ext>
            </a:extLst>
          </p:cNvPr>
          <p:cNvSpPr txBox="1">
            <a:spLocks/>
          </p:cNvSpPr>
          <p:nvPr/>
        </p:nvSpPr>
        <p:spPr>
          <a:xfrm>
            <a:off x="10250533" y="109665"/>
            <a:ext cx="2499612" cy="27133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128016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None/>
              <a:defRPr sz="3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indent="0" algn="ctr" defTabSz="1280160" rtl="0" eaLnBrk="1" latinLnBrk="0" hangingPunct="1">
              <a:lnSpc>
                <a:spcPct val="90000"/>
              </a:lnSpc>
              <a:spcBef>
                <a:spcPts val="700"/>
              </a:spcBef>
              <a:buFont typeface="Arial" panose="020B0604020202020204" pitchFamily="34" charset="0"/>
              <a:buNone/>
              <a:defRPr sz="22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err="1"/>
              <a:t>Ierobežota</a:t>
            </a:r>
            <a:r>
              <a:rPr lang="en-US" sz="1400" b="1" dirty="0"/>
              <a:t> INFORMĀCIJA</a:t>
            </a:r>
            <a:endParaRPr lang="lv-LV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2BFDC-D650-5F69-4CDC-B1EC2190EFA6}"/>
              </a:ext>
            </a:extLst>
          </p:cNvPr>
          <p:cNvSpPr/>
          <p:nvPr/>
        </p:nvSpPr>
        <p:spPr>
          <a:xfrm>
            <a:off x="3996623" y="6383984"/>
            <a:ext cx="2308742" cy="9191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4x </a:t>
            </a:r>
            <a:r>
              <a:rPr lang="lv-LV" noProof="0" dirty="0"/>
              <a:t>riteņu Platforma</a:t>
            </a:r>
            <a:endParaRPr lang="en-US" noProof="0" dirty="0"/>
          </a:p>
          <a:p>
            <a:pPr algn="ctr"/>
            <a:r>
              <a:rPr lang="lv-LV" dirty="0" err="1"/>
              <a:t>Polaris</a:t>
            </a:r>
            <a:r>
              <a:rPr lang="lv-LV" dirty="0"/>
              <a:t> RZR-XP 1000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187C4-44AF-3965-EFD8-2D31999C2490}"/>
              </a:ext>
            </a:extLst>
          </p:cNvPr>
          <p:cNvSpPr/>
          <p:nvPr/>
        </p:nvSpPr>
        <p:spPr>
          <a:xfrm>
            <a:off x="9051769" y="6356320"/>
            <a:ext cx="2155493" cy="1005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i="1" dirty="0" err="1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Drive-by-Wire</a:t>
            </a:r>
            <a:r>
              <a:rPr lang="lv-LV" i="1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lv-LV" i="1" dirty="0" err="1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Kit</a:t>
            </a:r>
            <a:endParaRPr lang="en-US" i="1" dirty="0">
              <a:solidFill>
                <a:srgbClr val="FF0000"/>
              </a:solidFill>
            </a:endParaRPr>
          </a:p>
          <a:p>
            <a:pPr algn="ctr"/>
            <a:r>
              <a:rPr lang="lv-LV" sz="1200" dirty="0" err="1"/>
              <a:t>Polaris</a:t>
            </a:r>
            <a:r>
              <a:rPr lang="lv-LV" sz="1200" dirty="0"/>
              <a:t> RZR-XP 1000</a:t>
            </a:r>
            <a:endParaRPr lang="en-US" sz="1200" dirty="0"/>
          </a:p>
          <a:p>
            <a:pPr algn="ctr"/>
            <a:r>
              <a:rPr lang="en-US" sz="1200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PowerDistributionDatasheet</a:t>
            </a:r>
            <a:endParaRPr lang="lv-LV" sz="12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3C2622-BBAE-E078-2C08-BC6C45AFFF45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6305365" y="6843558"/>
            <a:ext cx="2746404" cy="156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33FCA8-B8E6-BD9B-3540-6710F4FA1C51}"/>
              </a:ext>
            </a:extLst>
          </p:cNvPr>
          <p:cNvSpPr txBox="1"/>
          <p:nvPr/>
        </p:nvSpPr>
        <p:spPr>
          <a:xfrm>
            <a:off x="7208654" y="6884922"/>
            <a:ext cx="14882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400" noProof="0" dirty="0"/>
              <a:t>Kontrolē:</a:t>
            </a:r>
          </a:p>
          <a:p>
            <a:r>
              <a:rPr lang="lv-LV" sz="1400" i="1" noProof="0" dirty="0" err="1"/>
              <a:t>Stū</a:t>
            </a:r>
            <a:r>
              <a:rPr lang="en-US" sz="1400" i="1" noProof="0" dirty="0" err="1"/>
              <a:t>ri</a:t>
            </a:r>
            <a:endParaRPr lang="lv-LV" sz="1400" i="1" noProof="0" dirty="0"/>
          </a:p>
          <a:p>
            <a:r>
              <a:rPr lang="lv-LV" sz="1400" i="1" noProof="0" dirty="0"/>
              <a:t>Bremzes</a:t>
            </a:r>
          </a:p>
          <a:p>
            <a:r>
              <a:rPr lang="lv-LV" sz="1400" i="1" noProof="0" dirty="0"/>
              <a:t>Gāz</a:t>
            </a:r>
            <a:r>
              <a:rPr lang="en-US" sz="1400" i="1" noProof="0" dirty="0"/>
              <a:t>o</a:t>
            </a:r>
            <a:endParaRPr lang="lv-LV" sz="1400" i="1" noProof="0" dirty="0"/>
          </a:p>
          <a:p>
            <a:r>
              <a:rPr lang="lv-LV" sz="1400" i="1" noProof="0" dirty="0" err="1"/>
              <a:t>Ātrumkārb</a:t>
            </a:r>
            <a:r>
              <a:rPr lang="en-US" sz="1400" i="1" noProof="0" dirty="0"/>
              <a:t>u</a:t>
            </a:r>
            <a:endParaRPr lang="lv-LV" sz="1400" i="1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6435B6-8EB4-8A10-CA88-C37F7D53BCC0}"/>
              </a:ext>
            </a:extLst>
          </p:cNvPr>
          <p:cNvSpPr/>
          <p:nvPr/>
        </p:nvSpPr>
        <p:spPr>
          <a:xfrm>
            <a:off x="4061460" y="2798319"/>
            <a:ext cx="1327946" cy="620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ZED One cam</a:t>
            </a:r>
            <a:endParaRPr lang="lv-LV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378E0-2805-575E-8079-8CDEB3FE907E}"/>
              </a:ext>
            </a:extLst>
          </p:cNvPr>
          <p:cNvSpPr/>
          <p:nvPr/>
        </p:nvSpPr>
        <p:spPr>
          <a:xfrm>
            <a:off x="7006968" y="3170356"/>
            <a:ext cx="914400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ZED</a:t>
            </a:r>
            <a:r>
              <a:rPr lang="lv-LV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lv-LV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</a:t>
            </a:r>
            <a:r>
              <a:rPr lang="en-US" dirty="0"/>
              <a:t> 16GB</a:t>
            </a:r>
          </a:p>
          <a:p>
            <a:pPr algn="ctr"/>
            <a:r>
              <a:rPr lang="lv-LV" sz="1200" dirty="0" err="1"/>
              <a:t>Orin</a:t>
            </a:r>
            <a:r>
              <a:rPr lang="lv-LV" sz="1200" dirty="0"/>
              <a:t> NX</a:t>
            </a:r>
            <a:endParaRPr lang="lv-LV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B423A4-3224-FB4F-B839-87C39FD5EA3A}"/>
              </a:ext>
            </a:extLst>
          </p:cNvPr>
          <p:cNvSpPr/>
          <p:nvPr/>
        </p:nvSpPr>
        <p:spPr>
          <a:xfrm>
            <a:off x="9559110" y="4897460"/>
            <a:ext cx="115405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Endpoint controller 1002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D13ECD-290D-89F6-981D-586446B04CE0}"/>
              </a:ext>
            </a:extLst>
          </p:cNvPr>
          <p:cNvSpPr/>
          <p:nvPr/>
        </p:nvSpPr>
        <p:spPr>
          <a:xfrm>
            <a:off x="10978662" y="3675498"/>
            <a:ext cx="1154056" cy="5358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SRC Pro 1002 Fort </a:t>
            </a:r>
            <a:endParaRPr lang="lv-LV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6F3E49-F8F5-9224-A7EA-9FF8DDFA3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138" y="3040611"/>
            <a:ext cx="988192" cy="1269774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5403EE-3EA0-2EB3-2996-182EA2024323}"/>
              </a:ext>
            </a:extLst>
          </p:cNvPr>
          <p:cNvCxnSpPr>
            <a:cxnSpLocks/>
            <a:stCxn id="16" idx="0"/>
            <a:endCxn id="20" idx="2"/>
          </p:cNvCxnSpPr>
          <p:nvPr/>
        </p:nvCxnSpPr>
        <p:spPr>
          <a:xfrm flipV="1">
            <a:off x="10136138" y="4310385"/>
            <a:ext cx="494096" cy="5870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BDBFD9E-3493-9997-7B7E-CE98FDFBF79F}"/>
              </a:ext>
            </a:extLst>
          </p:cNvPr>
          <p:cNvSpPr txBox="1"/>
          <p:nvPr/>
        </p:nvSpPr>
        <p:spPr>
          <a:xfrm>
            <a:off x="10722532" y="4241311"/>
            <a:ext cx="21224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/>
              <a:t>Standard BLE &amp; ISM Radio 868 MHz</a:t>
            </a:r>
            <a:br>
              <a:rPr lang="nb-NO" sz="1000" dirty="0"/>
            </a:br>
            <a:r>
              <a:rPr lang="lv-LV" sz="1000" dirty="0"/>
              <a:t>100-200m </a:t>
            </a:r>
            <a:r>
              <a:rPr lang="lv-LV" sz="1000" dirty="0" err="1"/>
              <a:t>line</a:t>
            </a:r>
            <a:r>
              <a:rPr lang="lv-LV" sz="1000" dirty="0"/>
              <a:t> </a:t>
            </a:r>
            <a:r>
              <a:rPr lang="lv-LV" sz="1000" dirty="0" err="1"/>
              <a:t>of</a:t>
            </a:r>
            <a:r>
              <a:rPr lang="lv-LV" sz="1000" dirty="0"/>
              <a:t> </a:t>
            </a:r>
            <a:r>
              <a:rPr lang="lv-LV" sz="1000" dirty="0" err="1"/>
              <a:t>sight</a:t>
            </a:r>
            <a:endParaRPr lang="en-US" sz="1000" dirty="0"/>
          </a:p>
          <a:p>
            <a:r>
              <a:rPr lang="lv-LV" sz="1000" dirty="0"/>
              <a:t>15m-30m </a:t>
            </a:r>
            <a:r>
              <a:rPr lang="lv-LV" sz="1000" dirty="0" err="1"/>
              <a:t>line</a:t>
            </a:r>
            <a:r>
              <a:rPr lang="lv-LV" sz="1000" dirty="0"/>
              <a:t> </a:t>
            </a:r>
            <a:r>
              <a:rPr lang="lv-LV" sz="1000" dirty="0" err="1"/>
              <a:t>of</a:t>
            </a:r>
            <a:r>
              <a:rPr lang="lv-LV" sz="1000" dirty="0"/>
              <a:t> </a:t>
            </a:r>
            <a:r>
              <a:rPr lang="lv-LV" sz="1000" dirty="0" err="1"/>
              <a:t>sight</a:t>
            </a:r>
            <a:r>
              <a:rPr lang="en-US" sz="1000" dirty="0"/>
              <a:t> (BLE)</a:t>
            </a:r>
            <a:endParaRPr lang="lv-LV" sz="1000" i="1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78165A-9B18-9B3D-FF88-DD33AE56CB2D}"/>
              </a:ext>
            </a:extLst>
          </p:cNvPr>
          <p:cNvSpPr/>
          <p:nvPr/>
        </p:nvSpPr>
        <p:spPr>
          <a:xfrm>
            <a:off x="5389406" y="2791543"/>
            <a:ext cx="571873" cy="17634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lv-LV" sz="1400" dirty="0"/>
              <a:t>FAKRA Z </a:t>
            </a:r>
            <a:r>
              <a:rPr lang="lv-LV" sz="1400" dirty="0" err="1"/>
              <a:t>type</a:t>
            </a:r>
            <a:r>
              <a:rPr lang="en-US" sz="1400" dirty="0"/>
              <a:t> connector 2x</a:t>
            </a:r>
            <a:endParaRPr lang="lv-LV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4A9274-70DE-02C3-D925-BAB78A90C255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 flipV="1">
            <a:off x="5961279" y="3673276"/>
            <a:ext cx="104568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9453727-D504-0FD1-A6A9-8DA5828525C2}"/>
              </a:ext>
            </a:extLst>
          </p:cNvPr>
          <p:cNvSpPr txBox="1"/>
          <p:nvPr/>
        </p:nvSpPr>
        <p:spPr>
          <a:xfrm>
            <a:off x="6011969" y="3333070"/>
            <a:ext cx="987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2x </a:t>
            </a:r>
            <a:r>
              <a:rPr lang="en-US" sz="1100" noProof="0" dirty="0"/>
              <a:t>5 m</a:t>
            </a:r>
            <a:endParaRPr lang="lv-LV" sz="1100" i="1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B3B95C-1316-21CE-7774-D483F556507C}"/>
              </a:ext>
            </a:extLst>
          </p:cNvPr>
          <p:cNvSpPr/>
          <p:nvPr/>
        </p:nvSpPr>
        <p:spPr>
          <a:xfrm>
            <a:off x="7911913" y="3170358"/>
            <a:ext cx="2005890" cy="100583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dirty="0">
                <a:solidFill>
                  <a:srgbClr val="FF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DBW ROS2 driver</a:t>
            </a:r>
            <a:endParaRPr lang="lv-LV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F4558-99D9-3BB0-9F1D-A4912A393970}"/>
              </a:ext>
            </a:extLst>
          </p:cNvPr>
          <p:cNvSpPr/>
          <p:nvPr/>
        </p:nvSpPr>
        <p:spPr>
          <a:xfrm>
            <a:off x="7911912" y="3170356"/>
            <a:ext cx="1001436" cy="59819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Joystic</a:t>
            </a:r>
            <a:r>
              <a:rPr lang="en-US" dirty="0">
                <a:solidFill>
                  <a:srgbClr val="FF0000"/>
                </a:solidFill>
              </a:rPr>
              <a:t> demo</a:t>
            </a:r>
            <a:endParaRPr lang="lv-LV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EFA846-35F8-CC35-B150-B1BF90FE4682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>
            <a:off x="7464168" y="4176196"/>
            <a:ext cx="1118804" cy="688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10F03AD-6CF7-4115-0D56-C6FB80FE22F9}"/>
              </a:ext>
            </a:extLst>
          </p:cNvPr>
          <p:cNvSpPr txBox="1"/>
          <p:nvPr/>
        </p:nvSpPr>
        <p:spPr>
          <a:xfrm>
            <a:off x="10143382" y="5871396"/>
            <a:ext cx="13657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noProof="0" dirty="0"/>
              <a:t>CAN pr</a:t>
            </a:r>
            <a:r>
              <a:rPr lang="en-US" sz="1050" i="1" dirty="0" err="1"/>
              <a:t>otocol</a:t>
            </a:r>
            <a:r>
              <a:rPr lang="en-US" sz="1050" i="1" dirty="0"/>
              <a:t> </a:t>
            </a:r>
            <a:br>
              <a:rPr lang="en-US" sz="1050" i="1" dirty="0"/>
            </a:br>
            <a:r>
              <a:rPr lang="en-US" sz="1050" i="1" dirty="0"/>
              <a:t>(23-pin connector)</a:t>
            </a:r>
            <a:endParaRPr lang="lv-LV" i="1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B56B35-9A42-03F0-588E-EAA6CF1EF88B}"/>
              </a:ext>
            </a:extLst>
          </p:cNvPr>
          <p:cNvSpPr txBox="1"/>
          <p:nvPr/>
        </p:nvSpPr>
        <p:spPr>
          <a:xfrm>
            <a:off x="10035272" y="4425346"/>
            <a:ext cx="5949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BLE</a:t>
            </a:r>
            <a:endParaRPr lang="lv-LV" i="1" noProof="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BC7D23-B236-1503-5765-08B0515E7613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flipH="1">
            <a:off x="10129516" y="5811860"/>
            <a:ext cx="6622" cy="544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982251-8CD8-99F2-279B-26EB1DEA95BF}"/>
              </a:ext>
            </a:extLst>
          </p:cNvPr>
          <p:cNvSpPr txBox="1"/>
          <p:nvPr/>
        </p:nvSpPr>
        <p:spPr>
          <a:xfrm>
            <a:off x="6008950" y="3673276"/>
            <a:ext cx="947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100" dirty="0"/>
              <a:t>GMSL2</a:t>
            </a:r>
            <a:endParaRPr lang="lv-LV" i="1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4647D4-F2C0-CABE-BA34-1C460FD94943}"/>
              </a:ext>
            </a:extLst>
          </p:cNvPr>
          <p:cNvSpPr/>
          <p:nvPr/>
        </p:nvSpPr>
        <p:spPr>
          <a:xfrm>
            <a:off x="6999713" y="4176196"/>
            <a:ext cx="400050" cy="1439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lv-LV" sz="1600" dirty="0"/>
              <a:t>GPS RTK U-</a:t>
            </a:r>
            <a:r>
              <a:rPr lang="lv-LV" sz="1600" dirty="0" err="1"/>
              <a:t>Blox</a:t>
            </a:r>
            <a:r>
              <a:rPr lang="lv-LV" sz="1600" dirty="0"/>
              <a:t> ZED-F9P</a:t>
            </a:r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3EB4E542-09F1-1312-0BB7-5221FEFFE2C0}"/>
              </a:ext>
            </a:extLst>
          </p:cNvPr>
          <p:cNvSpPr/>
          <p:nvPr/>
        </p:nvSpPr>
        <p:spPr>
          <a:xfrm rot="5400000">
            <a:off x="6712369" y="5318887"/>
            <a:ext cx="269744" cy="24053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72CA26-D054-1237-47C8-CAE57324875A}"/>
              </a:ext>
            </a:extLst>
          </p:cNvPr>
          <p:cNvSpPr txBox="1"/>
          <p:nvPr/>
        </p:nvSpPr>
        <p:spPr>
          <a:xfrm>
            <a:off x="5347825" y="5181473"/>
            <a:ext cx="14094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noProof="0" dirty="0"/>
              <a:t>GNSS multiband antenna (SMA conn.)</a:t>
            </a:r>
            <a:endParaRPr lang="lv-LV" i="1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3368E4-DCA6-2ED7-179C-425B3073EAF8}"/>
              </a:ext>
            </a:extLst>
          </p:cNvPr>
          <p:cNvSpPr/>
          <p:nvPr/>
        </p:nvSpPr>
        <p:spPr>
          <a:xfrm>
            <a:off x="6944204" y="986808"/>
            <a:ext cx="400050" cy="14398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5G router</a:t>
            </a:r>
            <a:endParaRPr lang="lv-LV" sz="16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30DB47D-2FB7-BB75-C5D8-B38C3D603398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7349271" y="1728265"/>
            <a:ext cx="574344" cy="54218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3B6B75BA-8E6A-E944-25BC-B79E4F7891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696" y="1544635"/>
            <a:ext cx="1220617" cy="1032092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9962D28-A307-12B7-A7F8-BD1230E83AE2}"/>
              </a:ext>
            </a:extLst>
          </p:cNvPr>
          <p:cNvCxnSpPr>
            <a:cxnSpLocks/>
            <a:stCxn id="47" idx="0"/>
            <a:endCxn id="60" idx="2"/>
          </p:cNvCxnSpPr>
          <p:nvPr/>
        </p:nvCxnSpPr>
        <p:spPr>
          <a:xfrm flipH="1" flipV="1">
            <a:off x="2007005" y="2576727"/>
            <a:ext cx="13408" cy="593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B6DE5A-69C9-7017-C45D-2628F56ABA0B}"/>
              </a:ext>
            </a:extLst>
          </p:cNvPr>
          <p:cNvSpPr txBox="1"/>
          <p:nvPr/>
        </p:nvSpPr>
        <p:spPr>
          <a:xfrm>
            <a:off x="1756371" y="303323"/>
            <a:ext cx="12257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MAVLINK msg</a:t>
            </a:r>
            <a:endParaRPr lang="lv-LV" i="1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F3C64A-EEC9-8825-2CB6-21E791AC3D83}"/>
              </a:ext>
            </a:extLst>
          </p:cNvPr>
          <p:cNvSpPr txBox="1"/>
          <p:nvPr/>
        </p:nvSpPr>
        <p:spPr>
          <a:xfrm>
            <a:off x="2032559" y="2758125"/>
            <a:ext cx="5949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USB</a:t>
            </a:r>
            <a:endParaRPr lang="lv-LV" i="1" noProof="0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42F5EA-154E-E36A-2724-11F66E931833}"/>
              </a:ext>
            </a:extLst>
          </p:cNvPr>
          <p:cNvCxnSpPr>
            <a:cxnSpLocks/>
            <a:stCxn id="55" idx="2"/>
            <a:endCxn id="72" idx="1"/>
          </p:cNvCxnSpPr>
          <p:nvPr/>
        </p:nvCxnSpPr>
        <p:spPr>
          <a:xfrm>
            <a:off x="7144229" y="2426689"/>
            <a:ext cx="780157" cy="4445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FACB508-92F3-98EA-E51A-5EA7B8AA7E35}"/>
              </a:ext>
            </a:extLst>
          </p:cNvPr>
          <p:cNvSpPr txBox="1"/>
          <p:nvPr/>
        </p:nvSpPr>
        <p:spPr>
          <a:xfrm>
            <a:off x="7332480" y="2390892"/>
            <a:ext cx="606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S</a:t>
            </a:r>
            <a:r>
              <a:rPr lang="en-US" sz="900" i="1" noProof="0" dirty="0" err="1"/>
              <a:t>tream</a:t>
            </a:r>
            <a:endParaRPr lang="lv-LV" i="1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C39595-C4AE-474C-F995-EFCCDADBA6CD}"/>
              </a:ext>
            </a:extLst>
          </p:cNvPr>
          <p:cNvSpPr/>
          <p:nvPr/>
        </p:nvSpPr>
        <p:spPr>
          <a:xfrm>
            <a:off x="7923615" y="1971355"/>
            <a:ext cx="988192" cy="59819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Mavlink</a:t>
            </a:r>
            <a:r>
              <a:rPr lang="en-US" dirty="0">
                <a:solidFill>
                  <a:schemeClr val="bg1"/>
                </a:solidFill>
              </a:rPr>
              <a:t> enc/dec</a:t>
            </a:r>
            <a:endParaRPr lang="lv-LV" dirty="0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D70CD1-1A28-1A06-8B75-F4ECEE0CCA4F}"/>
              </a:ext>
            </a:extLst>
          </p:cNvPr>
          <p:cNvSpPr/>
          <p:nvPr/>
        </p:nvSpPr>
        <p:spPr>
          <a:xfrm>
            <a:off x="7924386" y="2572166"/>
            <a:ext cx="988192" cy="59819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Video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stream</a:t>
            </a:r>
            <a:endParaRPr lang="lv-LV" dirty="0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0A85E3-F10F-27BE-17CB-2D34DA4B48E3}"/>
              </a:ext>
            </a:extLst>
          </p:cNvPr>
          <p:cNvCxnSpPr>
            <a:cxnSpLocks/>
            <a:stCxn id="55" idx="1"/>
            <a:endCxn id="45" idx="3"/>
          </p:cNvCxnSpPr>
          <p:nvPr/>
        </p:nvCxnSpPr>
        <p:spPr>
          <a:xfrm flipH="1" flipV="1">
            <a:off x="4478160" y="1689286"/>
            <a:ext cx="2466044" cy="174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7CE1336-1A10-D242-0611-075F24C0D1BE}"/>
              </a:ext>
            </a:extLst>
          </p:cNvPr>
          <p:cNvSpPr txBox="1"/>
          <p:nvPr/>
        </p:nvSpPr>
        <p:spPr>
          <a:xfrm>
            <a:off x="5292929" y="1681281"/>
            <a:ext cx="75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5G network</a:t>
            </a:r>
          </a:p>
          <a:p>
            <a:r>
              <a:rPr lang="en-US" sz="900" i="1" noProof="0" dirty="0"/>
              <a:t>PPTP </a:t>
            </a:r>
            <a:r>
              <a:rPr lang="en-US" sz="900" i="1" noProof="0" dirty="0" err="1"/>
              <a:t>tunel</a:t>
            </a:r>
            <a:endParaRPr lang="lv-LV" i="1" noProof="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D3364EC-2254-433B-39A6-681F9CD9A1F5}"/>
              </a:ext>
            </a:extLst>
          </p:cNvPr>
          <p:cNvSpPr/>
          <p:nvPr/>
        </p:nvSpPr>
        <p:spPr>
          <a:xfrm>
            <a:off x="4054205" y="3428651"/>
            <a:ext cx="1327946" cy="1126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noProof="0" dirty="0">
                <a:solidFill>
                  <a:srgbClr val="FF000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ZED X</a:t>
            </a:r>
            <a:r>
              <a:rPr lang="en-US" i="1" noProof="0" dirty="0"/>
              <a:t> (stereo)</a:t>
            </a:r>
          </a:p>
          <a:p>
            <a:pPr algn="ctr"/>
            <a:r>
              <a:rPr lang="en-US" i="1" noProof="0" dirty="0" err="1"/>
              <a:t>StereoLabs</a:t>
            </a:r>
            <a:r>
              <a:rPr lang="en-US" dirty="0"/>
              <a:t> </a:t>
            </a:r>
            <a:r>
              <a:rPr lang="en-US" noProof="0" dirty="0"/>
              <a:t>camera</a:t>
            </a:r>
            <a:endParaRPr lang="lv-LV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1B758E2-8A33-C834-3CF7-83D627BD95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7289" y="6263345"/>
            <a:ext cx="1947132" cy="13602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328BA4-0C11-891A-8390-4CA7712F91E5}"/>
              </a:ext>
            </a:extLst>
          </p:cNvPr>
          <p:cNvSpPr/>
          <p:nvPr/>
        </p:nvSpPr>
        <p:spPr>
          <a:xfrm>
            <a:off x="8911807" y="3170356"/>
            <a:ext cx="1001436" cy="59819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Telemetry UGV</a:t>
            </a:r>
            <a:endParaRPr lang="lv-LV" sz="14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6E9DCD-B6C5-6AF2-C35C-BAE93EF53A49}"/>
              </a:ext>
            </a:extLst>
          </p:cNvPr>
          <p:cNvSpPr/>
          <p:nvPr/>
        </p:nvSpPr>
        <p:spPr>
          <a:xfrm>
            <a:off x="8005944" y="4864735"/>
            <a:ext cx="1154056" cy="710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USB-CAN module (</a:t>
            </a:r>
            <a:r>
              <a:rPr lang="en-US" sz="1200" dirty="0" err="1">
                <a:solidFill>
                  <a:srgbClr val="FF0000"/>
                </a:solidFill>
              </a:rPr>
              <a:t>dataspeed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  <a:endParaRPr lang="lv-LV" sz="12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572E9C-5394-09AE-F67C-C999DFA6A04E}"/>
              </a:ext>
            </a:extLst>
          </p:cNvPr>
          <p:cNvSpPr txBox="1"/>
          <p:nvPr/>
        </p:nvSpPr>
        <p:spPr>
          <a:xfrm>
            <a:off x="8102820" y="4406023"/>
            <a:ext cx="480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USB</a:t>
            </a:r>
            <a:endParaRPr lang="lv-LV" i="1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7281FCC-3091-64CC-1C35-959A22529F90}"/>
              </a:ext>
            </a:extLst>
          </p:cNvPr>
          <p:cNvCxnSpPr>
            <a:cxnSpLocks/>
            <a:stCxn id="25" idx="2"/>
            <a:endCxn id="6" idx="0"/>
          </p:cNvCxnSpPr>
          <p:nvPr/>
        </p:nvCxnSpPr>
        <p:spPr>
          <a:xfrm>
            <a:off x="8582972" y="5575403"/>
            <a:ext cx="1546544" cy="780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196B02F-F074-B560-FE42-BADE8C24A320}"/>
              </a:ext>
            </a:extLst>
          </p:cNvPr>
          <p:cNvSpPr txBox="1"/>
          <p:nvPr/>
        </p:nvSpPr>
        <p:spPr>
          <a:xfrm>
            <a:off x="8911807" y="5897438"/>
            <a:ext cx="480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noProof="0" dirty="0"/>
              <a:t>CAN</a:t>
            </a:r>
            <a:endParaRPr lang="lv-LV" i="1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DCE21F-51F6-DE94-260B-BFA9DDDC3C49}"/>
              </a:ext>
            </a:extLst>
          </p:cNvPr>
          <p:cNvSpPr/>
          <p:nvPr/>
        </p:nvSpPr>
        <p:spPr>
          <a:xfrm>
            <a:off x="4078110" y="969345"/>
            <a:ext cx="400050" cy="14398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5G router</a:t>
            </a:r>
            <a:endParaRPr lang="lv-LV" sz="1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C862E3-A77E-BB50-1239-2734AA0A1BB1}"/>
              </a:ext>
            </a:extLst>
          </p:cNvPr>
          <p:cNvSpPr/>
          <p:nvPr/>
        </p:nvSpPr>
        <p:spPr>
          <a:xfrm>
            <a:off x="1331875" y="3170356"/>
            <a:ext cx="1377075" cy="1270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HOST PC (GC) with HW video decoding</a:t>
            </a:r>
            <a:endParaRPr lang="lv-LV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F515A7-1F8A-E4EF-3B21-2245AFD92567}"/>
              </a:ext>
            </a:extLst>
          </p:cNvPr>
          <p:cNvCxnSpPr>
            <a:cxnSpLocks/>
            <a:stCxn id="47" idx="3"/>
            <a:endCxn id="45" idx="1"/>
          </p:cNvCxnSpPr>
          <p:nvPr/>
        </p:nvCxnSpPr>
        <p:spPr>
          <a:xfrm flipV="1">
            <a:off x="2708950" y="1689286"/>
            <a:ext cx="1369160" cy="211634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122003E-730F-368B-846D-8DD8B0E428B0}"/>
              </a:ext>
            </a:extLst>
          </p:cNvPr>
          <p:cNvSpPr txBox="1"/>
          <p:nvPr/>
        </p:nvSpPr>
        <p:spPr>
          <a:xfrm>
            <a:off x="2933832" y="2437668"/>
            <a:ext cx="12257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MAVLINK msg</a:t>
            </a:r>
            <a:endParaRPr lang="lv-LV" i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74ACED-94B7-1F0C-0B04-AAD8CA5AD31B}"/>
              </a:ext>
            </a:extLst>
          </p:cNvPr>
          <p:cNvSpPr txBox="1"/>
          <p:nvPr/>
        </p:nvSpPr>
        <p:spPr>
          <a:xfrm>
            <a:off x="2695543" y="2704639"/>
            <a:ext cx="9948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Video s</a:t>
            </a:r>
            <a:r>
              <a:rPr lang="en-US" sz="900" i="1" noProof="0" dirty="0" err="1"/>
              <a:t>treaming</a:t>
            </a:r>
            <a:endParaRPr lang="lv-LV" i="1" noProof="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BD15F5-33F6-A2C1-EBF0-3F49B75B578A}"/>
              </a:ext>
            </a:extLst>
          </p:cNvPr>
          <p:cNvSpPr txBox="1"/>
          <p:nvPr/>
        </p:nvSpPr>
        <p:spPr>
          <a:xfrm>
            <a:off x="3965828" y="2416002"/>
            <a:ext cx="759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noProof="0" dirty="0"/>
              <a:t>Polaris-1</a:t>
            </a:r>
            <a:endParaRPr lang="lv-LV" i="1" noProof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9B89F1-9B48-492F-C012-D9928DF176FD}"/>
              </a:ext>
            </a:extLst>
          </p:cNvPr>
          <p:cNvSpPr txBox="1"/>
          <p:nvPr/>
        </p:nvSpPr>
        <p:spPr>
          <a:xfrm>
            <a:off x="6828851" y="761129"/>
            <a:ext cx="759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noProof="0" dirty="0"/>
              <a:t>Polaris-</a:t>
            </a:r>
            <a:r>
              <a:rPr lang="en-US" sz="900" i="1" dirty="0"/>
              <a:t>2</a:t>
            </a:r>
            <a:endParaRPr lang="lv-LV" i="1" noProof="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DB487D-21DF-BB82-8A60-9719EFAA3EEB}"/>
              </a:ext>
            </a:extLst>
          </p:cNvPr>
          <p:cNvSpPr txBox="1"/>
          <p:nvPr/>
        </p:nvSpPr>
        <p:spPr>
          <a:xfrm>
            <a:off x="1331875" y="4471512"/>
            <a:ext cx="8959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172.25.64.194</a:t>
            </a:r>
            <a:endParaRPr lang="lv-LV" i="1" noProof="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524759-0403-1F4D-5C18-3B591BF79908}"/>
              </a:ext>
            </a:extLst>
          </p:cNvPr>
          <p:cNvSpPr txBox="1"/>
          <p:nvPr/>
        </p:nvSpPr>
        <p:spPr>
          <a:xfrm>
            <a:off x="6941100" y="2929571"/>
            <a:ext cx="8959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172.25.65.12</a:t>
            </a:r>
            <a:endParaRPr lang="lv-LV" i="1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3A125F-CA5B-5E0A-9A09-25F0DD834241}"/>
              </a:ext>
            </a:extLst>
          </p:cNvPr>
          <p:cNvSpPr txBox="1"/>
          <p:nvPr/>
        </p:nvSpPr>
        <p:spPr>
          <a:xfrm>
            <a:off x="7384924" y="1675320"/>
            <a:ext cx="12257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MAVLINK msg</a:t>
            </a:r>
            <a:endParaRPr lang="lv-LV" i="1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7FB67E7-CC83-D96B-55BA-C170A5833A92}"/>
              </a:ext>
            </a:extLst>
          </p:cNvPr>
          <p:cNvSpPr/>
          <p:nvPr/>
        </p:nvSpPr>
        <p:spPr>
          <a:xfrm rot="5400000">
            <a:off x="5395804" y="753797"/>
            <a:ext cx="400050" cy="75960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TAK server</a:t>
            </a:r>
            <a:endParaRPr lang="lv-LV" sz="16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7C9FED-C0D8-AC58-235B-F4655B29BC97}"/>
              </a:ext>
            </a:extLst>
          </p:cNvPr>
          <p:cNvSpPr txBox="1"/>
          <p:nvPr/>
        </p:nvSpPr>
        <p:spPr>
          <a:xfrm>
            <a:off x="6044031" y="1245248"/>
            <a:ext cx="9086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MAVLINK msg</a:t>
            </a:r>
            <a:endParaRPr lang="lv-LV" i="1" noProof="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0EDA7FC-5DC8-5137-2DFE-450A9D263BA6}"/>
              </a:ext>
            </a:extLst>
          </p:cNvPr>
          <p:cNvCxnSpPr>
            <a:cxnSpLocks/>
            <a:stCxn id="55" idx="1"/>
          </p:cNvCxnSpPr>
          <p:nvPr/>
        </p:nvCxnSpPr>
        <p:spPr>
          <a:xfrm flipH="1" flipV="1">
            <a:off x="6008950" y="1336389"/>
            <a:ext cx="935254" cy="370360"/>
          </a:xfrm>
          <a:prstGeom prst="line">
            <a:avLst/>
          </a:prstGeom>
          <a:ln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88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3DB1-BA52-5EAF-FEB7-A3CB7235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588961"/>
          </a:xfrm>
        </p:spPr>
        <p:txBody>
          <a:bodyPr>
            <a:noAutofit/>
          </a:bodyPr>
          <a:lstStyle/>
          <a:p>
            <a:r>
              <a:rPr lang="en-US" sz="4000" dirty="0"/>
              <a:t>ROS2 </a:t>
            </a:r>
            <a:r>
              <a:rPr lang="en-US" sz="4000" dirty="0" err="1"/>
              <a:t>arhitektūra</a:t>
            </a:r>
            <a:r>
              <a:rPr lang="en-US" sz="4000" dirty="0"/>
              <a:t> GC (workspace)</a:t>
            </a:r>
            <a:endParaRPr lang="lv-LV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54BF9D-828D-4FE6-E249-215CE233AB1B}"/>
              </a:ext>
            </a:extLst>
          </p:cNvPr>
          <p:cNvSpPr/>
          <p:nvPr/>
        </p:nvSpPr>
        <p:spPr>
          <a:xfrm>
            <a:off x="8777287" y="4122526"/>
            <a:ext cx="1400175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mavlink</a:t>
            </a:r>
            <a:r>
              <a:rPr lang="en-US" dirty="0"/>
              <a:t> libs and </a:t>
            </a:r>
            <a:r>
              <a:rPr lang="en-US" dirty="0" err="1"/>
              <a:t>c++</a:t>
            </a:r>
            <a:r>
              <a:rPr lang="en-US" dirty="0"/>
              <a:t> headers</a:t>
            </a:r>
            <a:endParaRPr lang="lv-LV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7B79A2-83D3-8B86-076C-6687B13F0998}"/>
              </a:ext>
            </a:extLst>
          </p:cNvPr>
          <p:cNvSpPr/>
          <p:nvPr/>
        </p:nvSpPr>
        <p:spPr>
          <a:xfrm>
            <a:off x="4391023" y="4171468"/>
            <a:ext cx="180022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gc_gui</a:t>
            </a:r>
            <a:r>
              <a:rPr lang="en-US" dirty="0"/>
              <a:t> package (python)</a:t>
            </a:r>
            <a:endParaRPr lang="lv-LV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162CD-43FE-9285-14C0-AA8CF7003F0B}"/>
              </a:ext>
            </a:extLst>
          </p:cNvPr>
          <p:cNvSpPr/>
          <p:nvPr/>
        </p:nvSpPr>
        <p:spPr>
          <a:xfrm>
            <a:off x="4329106" y="1978819"/>
            <a:ext cx="186213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mavros_joystic</a:t>
            </a:r>
            <a:r>
              <a:rPr lang="en-US" dirty="0"/>
              <a:t> 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3FADF-6731-924A-B858-BE43B4531458}"/>
              </a:ext>
            </a:extLst>
          </p:cNvPr>
          <p:cNvSpPr/>
          <p:nvPr/>
        </p:nvSpPr>
        <p:spPr>
          <a:xfrm>
            <a:off x="7605711" y="1970711"/>
            <a:ext cx="257175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mavros_telemetry_proc</a:t>
            </a:r>
            <a:endParaRPr lang="en-US" dirty="0"/>
          </a:p>
          <a:p>
            <a:pPr algn="ctr"/>
            <a:r>
              <a:rPr lang="en-US" dirty="0"/>
              <a:t>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C2DB6-5BE3-3892-25E9-B7EFA66F51CA}"/>
              </a:ext>
            </a:extLst>
          </p:cNvPr>
          <p:cNvSpPr/>
          <p:nvPr/>
        </p:nvSpPr>
        <p:spPr>
          <a:xfrm>
            <a:off x="2247892" y="6707982"/>
            <a:ext cx="1862139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scripts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folder (bash)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D6B7A-2250-9D4C-9D09-43ED510A029A}"/>
              </a:ext>
            </a:extLst>
          </p:cNvPr>
          <p:cNvSpPr/>
          <p:nvPr/>
        </p:nvSpPr>
        <p:spPr>
          <a:xfrm>
            <a:off x="7605710" y="7072312"/>
            <a:ext cx="257175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b="1" dirty="0" err="1"/>
              <a:t>cpp_mono_stream_rx</a:t>
            </a:r>
            <a:endParaRPr lang="en-US" dirty="0"/>
          </a:p>
          <a:p>
            <a:pPr algn="ctr"/>
            <a:r>
              <a:rPr lang="en-US" dirty="0" err="1"/>
              <a:t>cpp</a:t>
            </a:r>
            <a:r>
              <a:rPr lang="en-US" dirty="0"/>
              <a:t> app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021D75-9F06-A2D5-06FA-86DDCD5D5CDC}"/>
              </a:ext>
            </a:extLst>
          </p:cNvPr>
          <p:cNvSpPr/>
          <p:nvPr/>
        </p:nvSpPr>
        <p:spPr>
          <a:xfrm>
            <a:off x="7605711" y="5906008"/>
            <a:ext cx="257175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b="1" dirty="0" err="1"/>
              <a:t>cpp_stereo_stream_rx</a:t>
            </a:r>
            <a:r>
              <a:rPr lang="en-US" dirty="0" err="1"/>
              <a:t>cpp</a:t>
            </a:r>
            <a:r>
              <a:rPr lang="en-US" dirty="0"/>
              <a:t> app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1E971C-B401-A244-45C5-B89A3EB40766}"/>
              </a:ext>
            </a:extLst>
          </p:cNvPr>
          <p:cNvSpPr/>
          <p:nvPr/>
        </p:nvSpPr>
        <p:spPr>
          <a:xfrm>
            <a:off x="1300162" y="1978819"/>
            <a:ext cx="1400176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ros2 joy 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89FC7D-6DA6-6879-AFD8-A7071F718B77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2700339" y="3128843"/>
            <a:ext cx="1628766" cy="8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F6C6F0-78D0-9BD6-B6F3-DC10DFFF92A6}"/>
              </a:ext>
            </a:extLst>
          </p:cNvPr>
          <p:cNvSpPr txBox="1"/>
          <p:nvPr/>
        </p:nvSpPr>
        <p:spPr>
          <a:xfrm>
            <a:off x="2971796" y="27866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/joy msg</a:t>
            </a:r>
            <a:endParaRPr lang="lv-LV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622AF9-8CC7-CAF4-78B2-212738DA7005}"/>
              </a:ext>
            </a:extLst>
          </p:cNvPr>
          <p:cNvSpPr/>
          <p:nvPr/>
        </p:nvSpPr>
        <p:spPr>
          <a:xfrm>
            <a:off x="4329105" y="2885111"/>
            <a:ext cx="186213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sz="1200" dirty="0" err="1"/>
              <a:t>mavros_joystic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30F5C2-CF66-E6D3-4D52-3E23FD8F4121}"/>
              </a:ext>
            </a:extLst>
          </p:cNvPr>
          <p:cNvSpPr/>
          <p:nvPr/>
        </p:nvSpPr>
        <p:spPr>
          <a:xfrm>
            <a:off x="1300163" y="2893219"/>
            <a:ext cx="1400176" cy="4874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joy_node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446DFF-6878-FB42-668E-253C871BD326}"/>
              </a:ext>
            </a:extLst>
          </p:cNvPr>
          <p:cNvCxnSpPr>
            <a:cxnSpLocks/>
          </p:cNvCxnSpPr>
          <p:nvPr/>
        </p:nvCxnSpPr>
        <p:spPr>
          <a:xfrm>
            <a:off x="10177462" y="3118659"/>
            <a:ext cx="221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B5E0CA-05F0-6FDA-D344-92D2DEA58EB7}"/>
              </a:ext>
            </a:extLst>
          </p:cNvPr>
          <p:cNvSpPr txBox="1"/>
          <p:nvPr/>
        </p:nvSpPr>
        <p:spPr>
          <a:xfrm>
            <a:off x="10841834" y="2884417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200" dirty="0"/>
              <a:t>172.25.65.12</a:t>
            </a:r>
            <a:r>
              <a:rPr lang="en-US" sz="1200" dirty="0"/>
              <a:t>:14550</a:t>
            </a:r>
          </a:p>
          <a:p>
            <a:r>
              <a:rPr lang="en-US" sz="1200" dirty="0" err="1"/>
              <a:t>mavlink</a:t>
            </a:r>
            <a:r>
              <a:rPr lang="en-US" sz="1200" dirty="0"/>
              <a:t> </a:t>
            </a:r>
            <a:r>
              <a:rPr lang="en-US" sz="1200" dirty="0" err="1"/>
              <a:t>msgs</a:t>
            </a:r>
            <a:endParaRPr lang="lv-LV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16B90-7B6C-91CD-AF95-54D95FA9BE1C}"/>
              </a:ext>
            </a:extLst>
          </p:cNvPr>
          <p:cNvSpPr/>
          <p:nvPr/>
        </p:nvSpPr>
        <p:spPr>
          <a:xfrm>
            <a:off x="7605711" y="2891559"/>
            <a:ext cx="2571751" cy="733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sz="1200" dirty="0" err="1"/>
              <a:t>ugv_telemetry_proc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C5FCCA-2814-E970-4789-E989BB01E5E3}"/>
              </a:ext>
            </a:extLst>
          </p:cNvPr>
          <p:cNvCxnSpPr>
            <a:cxnSpLocks/>
          </p:cNvCxnSpPr>
          <p:nvPr/>
        </p:nvCxnSpPr>
        <p:spPr>
          <a:xfrm flipH="1">
            <a:off x="10210800" y="3580107"/>
            <a:ext cx="22336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45AC018-BEBD-E05E-DF58-7F0AAF5C716B}"/>
              </a:ext>
            </a:extLst>
          </p:cNvPr>
          <p:cNvSpPr txBox="1"/>
          <p:nvPr/>
        </p:nvSpPr>
        <p:spPr>
          <a:xfrm>
            <a:off x="10841834" y="3336449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localhost:14551</a:t>
            </a:r>
          </a:p>
          <a:p>
            <a:r>
              <a:rPr lang="en-US" sz="1200" dirty="0" err="1"/>
              <a:t>mavlink</a:t>
            </a:r>
            <a:r>
              <a:rPr lang="en-US" sz="1200" dirty="0"/>
              <a:t> </a:t>
            </a:r>
            <a:r>
              <a:rPr lang="en-US" sz="1200" dirty="0" err="1"/>
              <a:t>msgs</a:t>
            </a:r>
            <a:endParaRPr lang="lv-LV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3393AE-A94A-B248-D842-ED845E59D1B3}"/>
              </a:ext>
            </a:extLst>
          </p:cNvPr>
          <p:cNvSpPr/>
          <p:nvPr/>
        </p:nvSpPr>
        <p:spPr>
          <a:xfrm>
            <a:off x="4391023" y="5085868"/>
            <a:ext cx="1800221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gui_node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FEBBFB-D77F-094C-AA5E-457DB54976E8}"/>
              </a:ext>
            </a:extLst>
          </p:cNvPr>
          <p:cNvCxnSpPr>
            <a:cxnSpLocks/>
            <a:stCxn id="28" idx="1"/>
            <a:endCxn id="40" idx="3"/>
          </p:cNvCxnSpPr>
          <p:nvPr/>
        </p:nvCxnSpPr>
        <p:spPr>
          <a:xfrm flipH="1">
            <a:off x="6191244" y="3258061"/>
            <a:ext cx="1414467" cy="2071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32E39B0-020F-5A84-52A8-B8E9D4A4490D}"/>
              </a:ext>
            </a:extLst>
          </p:cNvPr>
          <p:cNvSpPr txBox="1"/>
          <p:nvPr/>
        </p:nvSpPr>
        <p:spPr>
          <a:xfrm>
            <a:off x="6819895" y="4233742"/>
            <a:ext cx="1857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/</a:t>
            </a:r>
            <a:r>
              <a:rPr lang="en-US" sz="1200" dirty="0" err="1"/>
              <a:t>ugv</a:t>
            </a:r>
            <a:r>
              <a:rPr lang="en-US" sz="1200" dirty="0"/>
              <a:t>/</a:t>
            </a:r>
            <a:r>
              <a:rPr lang="en-US" sz="1200" dirty="0" err="1"/>
              <a:t>telemetry_freq</a:t>
            </a:r>
            <a:r>
              <a:rPr lang="en-US" sz="1200" dirty="0"/>
              <a:t> msg</a:t>
            </a:r>
          </a:p>
          <a:p>
            <a:r>
              <a:rPr lang="lv-LV" sz="1200" dirty="0"/>
              <a:t>/</a:t>
            </a:r>
            <a:r>
              <a:rPr lang="lv-LV" sz="1200" dirty="0" err="1"/>
              <a:t>ugv</a:t>
            </a:r>
            <a:r>
              <a:rPr lang="lv-LV" sz="1200" dirty="0"/>
              <a:t>/</a:t>
            </a:r>
            <a:r>
              <a:rPr lang="lv-LV" sz="1200" dirty="0" err="1"/>
              <a:t>telemetry_state</a:t>
            </a:r>
            <a:r>
              <a:rPr lang="en-US" sz="1200" dirty="0"/>
              <a:t> msg</a:t>
            </a:r>
            <a:endParaRPr lang="lv-LV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E18084-301D-92AD-9455-7150D4F1986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9477375" y="3624562"/>
            <a:ext cx="0" cy="49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C48855-8550-7548-42BF-590818BF6A2A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0177462" y="6363208"/>
            <a:ext cx="226695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F7A3D9D-D749-6966-053D-482CE22CF797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0177461" y="7529512"/>
            <a:ext cx="2266951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55A8E3-EFF9-FBBA-A04B-328824A42BF1}"/>
              </a:ext>
            </a:extLst>
          </p:cNvPr>
          <p:cNvSpPr txBox="1"/>
          <p:nvPr/>
        </p:nvSpPr>
        <p:spPr>
          <a:xfrm>
            <a:off x="10944224" y="6132375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172.25.65.12:5002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video stream</a:t>
            </a:r>
            <a:endParaRPr lang="lv-LV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EAD0B3-D753-5BFB-2C0B-1360C61571A8}"/>
              </a:ext>
            </a:extLst>
          </p:cNvPr>
          <p:cNvSpPr txBox="1"/>
          <p:nvPr/>
        </p:nvSpPr>
        <p:spPr>
          <a:xfrm>
            <a:off x="10891837" y="7298679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172.25.65.12:5004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video stream</a:t>
            </a:r>
            <a:endParaRPr lang="lv-LV" sz="12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C724B87-D67A-2A5D-4D3E-E70795D49F11}"/>
              </a:ext>
            </a:extLst>
          </p:cNvPr>
          <p:cNvCxnSpPr>
            <a:cxnSpLocks/>
          </p:cNvCxnSpPr>
          <p:nvPr/>
        </p:nvCxnSpPr>
        <p:spPr>
          <a:xfrm flipH="1">
            <a:off x="14280" y="7835401"/>
            <a:ext cx="223361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234900D-61D5-E0D7-B748-D740D920362A}"/>
              </a:ext>
            </a:extLst>
          </p:cNvPr>
          <p:cNvSpPr/>
          <p:nvPr/>
        </p:nvSpPr>
        <p:spPr>
          <a:xfrm>
            <a:off x="2247892" y="7622383"/>
            <a:ext cx="1862139" cy="4524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run.sh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C2FBBE-DC71-A58A-45E0-FC35E1699167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291134" y="5573332"/>
            <a:ext cx="2314576" cy="90204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BC8AAE7-9929-851B-A342-5D57B2465BCA}"/>
              </a:ext>
            </a:extLst>
          </p:cNvPr>
          <p:cNvCxnSpPr>
            <a:cxnSpLocks/>
            <a:stCxn id="40" idx="2"/>
            <a:endCxn id="10" idx="1"/>
          </p:cNvCxnSpPr>
          <p:nvPr/>
        </p:nvCxnSpPr>
        <p:spPr>
          <a:xfrm>
            <a:off x="5291134" y="5573332"/>
            <a:ext cx="2314576" cy="19561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A448221-71EF-DAE0-0610-A6E2B5BFF7BE}"/>
              </a:ext>
            </a:extLst>
          </p:cNvPr>
          <p:cNvSpPr txBox="1"/>
          <p:nvPr/>
        </p:nvSpPr>
        <p:spPr>
          <a:xfrm>
            <a:off x="45236" y="7480361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Desktop shortcut</a:t>
            </a:r>
            <a:endParaRPr lang="lv-LV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C5F97B-A624-74D9-7015-828077E84F36}"/>
              </a:ext>
            </a:extLst>
          </p:cNvPr>
          <p:cNvSpPr txBox="1"/>
          <p:nvPr/>
        </p:nvSpPr>
        <p:spPr>
          <a:xfrm>
            <a:off x="6053134" y="6024352"/>
            <a:ext cx="67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runs</a:t>
            </a:r>
            <a:endParaRPr lang="lv-LV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B7A5E12-07D1-4DFE-1E57-D6EB1E63A893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178962" y="5569278"/>
            <a:ext cx="1726413" cy="11387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7F91C12-7886-4ECC-FE4B-ED1CAC94DA63}"/>
              </a:ext>
            </a:extLst>
          </p:cNvPr>
          <p:cNvSpPr txBox="1"/>
          <p:nvPr/>
        </p:nvSpPr>
        <p:spPr>
          <a:xfrm>
            <a:off x="4052883" y="6075869"/>
            <a:ext cx="67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runs</a:t>
            </a:r>
            <a:endParaRPr lang="lv-LV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B2355D7-AD95-1ADA-1626-AD3FB1C5A5C5}"/>
              </a:ext>
            </a:extLst>
          </p:cNvPr>
          <p:cNvCxnSpPr>
            <a:cxnSpLocks/>
            <a:stCxn id="9" idx="0"/>
            <a:endCxn id="77" idx="1"/>
          </p:cNvCxnSpPr>
          <p:nvPr/>
        </p:nvCxnSpPr>
        <p:spPr>
          <a:xfrm flipV="1">
            <a:off x="3178962" y="3601175"/>
            <a:ext cx="1150143" cy="31068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E28DEB3-0A57-3A68-18DE-126F7F56A3F8}"/>
              </a:ext>
            </a:extLst>
          </p:cNvPr>
          <p:cNvSpPr/>
          <p:nvPr/>
        </p:nvSpPr>
        <p:spPr>
          <a:xfrm>
            <a:off x="4329105" y="3357443"/>
            <a:ext cx="1862139" cy="4874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run.xml</a:t>
            </a:r>
          </a:p>
          <a:p>
            <a:pPr algn="ctr"/>
            <a:r>
              <a:rPr lang="en-US" sz="1200" dirty="0"/>
              <a:t>launch script</a:t>
            </a:r>
            <a:endParaRPr lang="lv-LV" sz="1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600728-A879-E363-61DE-7D9B0B4B2133}"/>
              </a:ext>
            </a:extLst>
          </p:cNvPr>
          <p:cNvSpPr/>
          <p:nvPr/>
        </p:nvSpPr>
        <p:spPr>
          <a:xfrm>
            <a:off x="4391022" y="8126692"/>
            <a:ext cx="1862139" cy="7580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Microphone Audio 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gst</a:t>
            </a:r>
            <a:r>
              <a:rPr lang="en-US" dirty="0">
                <a:solidFill>
                  <a:schemeClr val="tx1"/>
                </a:solidFill>
              </a:rPr>
              <a:t>-streamer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81E53CB-0EF6-D925-3271-BB35622D5E6F}"/>
              </a:ext>
            </a:extLst>
          </p:cNvPr>
          <p:cNvCxnSpPr>
            <a:cxnSpLocks/>
            <a:stCxn id="9" idx="3"/>
            <a:endCxn id="80" idx="0"/>
          </p:cNvCxnSpPr>
          <p:nvPr/>
        </p:nvCxnSpPr>
        <p:spPr>
          <a:xfrm>
            <a:off x="4110031" y="7165182"/>
            <a:ext cx="1212061" cy="96151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220285B-989D-12D9-9E35-A731092E613C}"/>
              </a:ext>
            </a:extLst>
          </p:cNvPr>
          <p:cNvSpPr txBox="1"/>
          <p:nvPr/>
        </p:nvSpPr>
        <p:spPr>
          <a:xfrm>
            <a:off x="2995601" y="5211744"/>
            <a:ext cx="67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runs</a:t>
            </a:r>
            <a:endParaRPr lang="lv-LV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3B7939B-ABA6-F5E9-CC89-2B15F6DDC9C1}"/>
              </a:ext>
            </a:extLst>
          </p:cNvPr>
          <p:cNvCxnSpPr>
            <a:cxnSpLocks/>
          </p:cNvCxnSpPr>
          <p:nvPr/>
        </p:nvCxnSpPr>
        <p:spPr>
          <a:xfrm flipH="1">
            <a:off x="6253161" y="8658571"/>
            <a:ext cx="6138864" cy="472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BCEAED5-B1A0-52F8-DC0F-3F262CCFD09C}"/>
              </a:ext>
            </a:extLst>
          </p:cNvPr>
          <p:cNvSpPr txBox="1"/>
          <p:nvPr/>
        </p:nvSpPr>
        <p:spPr>
          <a:xfrm>
            <a:off x="10739437" y="8423124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localhost:5008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audio stream</a:t>
            </a:r>
            <a:endParaRPr lang="lv-LV" sz="12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FCA6BB5-BAC1-9A8B-CDF2-DBB2A1A9956B}"/>
              </a:ext>
            </a:extLst>
          </p:cNvPr>
          <p:cNvCxnSpPr>
            <a:cxnSpLocks/>
          </p:cNvCxnSpPr>
          <p:nvPr/>
        </p:nvCxnSpPr>
        <p:spPr>
          <a:xfrm flipV="1">
            <a:off x="6191244" y="3125993"/>
            <a:ext cx="1414466" cy="61953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BF88161D-698B-27E0-AED1-C7F5D7B3B38E}"/>
              </a:ext>
            </a:extLst>
          </p:cNvPr>
          <p:cNvCxnSpPr>
            <a:cxnSpLocks/>
            <a:stCxn id="77" idx="3"/>
            <a:endCxn id="16" idx="3"/>
          </p:cNvCxnSpPr>
          <p:nvPr/>
        </p:nvCxnSpPr>
        <p:spPr>
          <a:xfrm flipV="1">
            <a:off x="6191244" y="3128843"/>
            <a:ext cx="12700" cy="472332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5D326CA-624C-607A-C430-4CDC98083A63}"/>
              </a:ext>
            </a:extLst>
          </p:cNvPr>
          <p:cNvSpPr/>
          <p:nvPr/>
        </p:nvSpPr>
        <p:spPr>
          <a:xfrm>
            <a:off x="7605710" y="1482494"/>
            <a:ext cx="2571751" cy="4946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Defines: Telemetry.msg &amp; Freq.msg</a:t>
            </a:r>
          </a:p>
          <a:p>
            <a:pPr algn="ctr"/>
            <a:endParaRPr lang="lv-LV" sz="12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9DA20A4-BC75-88BB-E6F1-4DE9BC781BED}"/>
              </a:ext>
            </a:extLst>
          </p:cNvPr>
          <p:cNvCxnSpPr/>
          <p:nvPr/>
        </p:nvCxnSpPr>
        <p:spPr>
          <a:xfrm>
            <a:off x="10534650" y="1171575"/>
            <a:ext cx="0" cy="80057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2B03B84-A928-4700-4D7B-5C45CBF31BAD}"/>
              </a:ext>
            </a:extLst>
          </p:cNvPr>
          <p:cNvSpPr txBox="1"/>
          <p:nvPr/>
        </p:nvSpPr>
        <p:spPr>
          <a:xfrm>
            <a:off x="10946606" y="964354"/>
            <a:ext cx="1085850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5G router</a:t>
            </a:r>
            <a:endParaRPr lang="lv-LV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C5BB91B-976D-4DFE-603D-58394F672775}"/>
              </a:ext>
            </a:extLst>
          </p:cNvPr>
          <p:cNvCxnSpPr/>
          <p:nvPr/>
        </p:nvCxnSpPr>
        <p:spPr>
          <a:xfrm>
            <a:off x="1131086" y="1326718"/>
            <a:ext cx="0" cy="80057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88CD713-CB9E-2D14-07AA-3522BE2C6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2" y="2887346"/>
            <a:ext cx="616982" cy="521689"/>
          </a:xfrm>
          <a:prstGeom prst="rect">
            <a:avLst/>
          </a:prstGeom>
        </p:spPr>
      </p:pic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A63BD70-65CF-6DC2-1D5D-CDC813DF5327}"/>
              </a:ext>
            </a:extLst>
          </p:cNvPr>
          <p:cNvCxnSpPr>
            <a:cxnSpLocks/>
            <a:stCxn id="17" idx="1"/>
            <a:endCxn id="101" idx="3"/>
          </p:cNvCxnSpPr>
          <p:nvPr/>
        </p:nvCxnSpPr>
        <p:spPr>
          <a:xfrm flipH="1">
            <a:off x="802364" y="3136951"/>
            <a:ext cx="497799" cy="1124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A477010-8C2C-5D37-15EC-4AE91B44A68E}"/>
              </a:ext>
            </a:extLst>
          </p:cNvPr>
          <p:cNvSpPr txBox="1"/>
          <p:nvPr/>
        </p:nvSpPr>
        <p:spPr>
          <a:xfrm>
            <a:off x="64286" y="3409035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USB JOY</a:t>
            </a:r>
            <a:endParaRPr lang="lv-LV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CFEC163-8402-E677-B32C-67170AF4B6B2}"/>
              </a:ext>
            </a:extLst>
          </p:cNvPr>
          <p:cNvCxnSpPr>
            <a:cxnSpLocks/>
          </p:cNvCxnSpPr>
          <p:nvPr/>
        </p:nvCxnSpPr>
        <p:spPr>
          <a:xfrm>
            <a:off x="45236" y="4061281"/>
            <a:ext cx="108585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E42E249-21A2-9315-C908-B3B508C900F1}"/>
              </a:ext>
            </a:extLst>
          </p:cNvPr>
          <p:cNvSpPr txBox="1"/>
          <p:nvPr/>
        </p:nvSpPr>
        <p:spPr>
          <a:xfrm>
            <a:off x="235805" y="4421889"/>
            <a:ext cx="704712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GC OS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61680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8CC8-A640-4030-F392-5AFDB888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FFC5-CE57-4E29-0D20-9C8A7B1B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588961"/>
          </a:xfrm>
        </p:spPr>
        <p:txBody>
          <a:bodyPr>
            <a:noAutofit/>
          </a:bodyPr>
          <a:lstStyle/>
          <a:p>
            <a:r>
              <a:rPr lang="en-US" sz="4000" dirty="0"/>
              <a:t>ROS2 </a:t>
            </a:r>
            <a:r>
              <a:rPr lang="en-US" sz="4000" dirty="0" err="1"/>
              <a:t>arhitektūra</a:t>
            </a:r>
            <a:r>
              <a:rPr lang="en-US" sz="4000" dirty="0"/>
              <a:t> Polaris (workspace)</a:t>
            </a:r>
            <a:endParaRPr lang="lv-LV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AD8CB8-C116-EA9C-EE66-B8D5E15B8689}"/>
              </a:ext>
            </a:extLst>
          </p:cNvPr>
          <p:cNvSpPr/>
          <p:nvPr/>
        </p:nvSpPr>
        <p:spPr>
          <a:xfrm>
            <a:off x="9001125" y="4120252"/>
            <a:ext cx="1400175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mavlink</a:t>
            </a:r>
            <a:r>
              <a:rPr lang="en-US" dirty="0"/>
              <a:t> libs and </a:t>
            </a:r>
            <a:r>
              <a:rPr lang="en-US" dirty="0" err="1"/>
              <a:t>c++</a:t>
            </a:r>
            <a:r>
              <a:rPr lang="en-US" dirty="0"/>
              <a:t> headers</a:t>
            </a:r>
            <a:endParaRPr lang="lv-LV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C5F36-D3CC-978A-9E15-96708A630A15}"/>
              </a:ext>
            </a:extLst>
          </p:cNvPr>
          <p:cNvSpPr/>
          <p:nvPr/>
        </p:nvSpPr>
        <p:spPr>
          <a:xfrm>
            <a:off x="3762375" y="4171468"/>
            <a:ext cx="242886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mavros_commutator</a:t>
            </a:r>
            <a:endParaRPr lang="en-US" dirty="0"/>
          </a:p>
          <a:p>
            <a:pPr algn="ctr"/>
            <a:r>
              <a:rPr lang="en-US" dirty="0"/>
              <a:t>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8618B-B3AD-E22E-6ADA-979552419B7F}"/>
              </a:ext>
            </a:extLst>
          </p:cNvPr>
          <p:cNvSpPr/>
          <p:nvPr/>
        </p:nvSpPr>
        <p:spPr>
          <a:xfrm>
            <a:off x="4329106" y="1978819"/>
            <a:ext cx="186213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polaris_joystick</a:t>
            </a:r>
            <a:endParaRPr lang="en-US" dirty="0"/>
          </a:p>
          <a:p>
            <a:pPr algn="ctr"/>
            <a:r>
              <a:rPr lang="en-US" dirty="0"/>
              <a:t>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3B8858-DB64-F241-8351-B8D78D754F71}"/>
              </a:ext>
            </a:extLst>
          </p:cNvPr>
          <p:cNvSpPr/>
          <p:nvPr/>
        </p:nvSpPr>
        <p:spPr>
          <a:xfrm>
            <a:off x="7605711" y="2245115"/>
            <a:ext cx="2571751" cy="639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mavros_ugv_telemetry</a:t>
            </a:r>
            <a:endParaRPr lang="en-US" dirty="0"/>
          </a:p>
          <a:p>
            <a:pPr algn="ctr"/>
            <a:r>
              <a:rPr lang="en-US" dirty="0"/>
              <a:t>package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B8B80D-AFE4-2EC7-1F9B-646F38043FF1}"/>
              </a:ext>
            </a:extLst>
          </p:cNvPr>
          <p:cNvSpPr/>
          <p:nvPr/>
        </p:nvSpPr>
        <p:spPr>
          <a:xfrm>
            <a:off x="1583528" y="7054336"/>
            <a:ext cx="1862139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scripts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folder (bash)</a:t>
            </a:r>
            <a:endParaRPr lang="lv-LV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BF2D4-F444-2024-C58A-C2CCEDD94465}"/>
              </a:ext>
            </a:extLst>
          </p:cNvPr>
          <p:cNvSpPr/>
          <p:nvPr/>
        </p:nvSpPr>
        <p:spPr>
          <a:xfrm>
            <a:off x="7605710" y="8122543"/>
            <a:ext cx="2571751" cy="556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b="1" dirty="0" err="1"/>
              <a:t>cpp_mono_streamer</a:t>
            </a:r>
            <a:endParaRPr lang="en-US" b="1" dirty="0"/>
          </a:p>
          <a:p>
            <a:pPr algn="ctr"/>
            <a:r>
              <a:rPr lang="en-US" dirty="0" err="1"/>
              <a:t>cpp</a:t>
            </a:r>
            <a:r>
              <a:rPr lang="en-US" dirty="0"/>
              <a:t> app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CD1E1-F19B-BF40-55B9-DFDE2699FB77}"/>
              </a:ext>
            </a:extLst>
          </p:cNvPr>
          <p:cNvSpPr/>
          <p:nvPr/>
        </p:nvSpPr>
        <p:spPr>
          <a:xfrm>
            <a:off x="7587621" y="7627240"/>
            <a:ext cx="2571751" cy="431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b="1" dirty="0" err="1"/>
              <a:t>cpp_stereo_streamer</a:t>
            </a:r>
            <a:r>
              <a:rPr lang="en-US" b="1" dirty="0"/>
              <a:t> </a:t>
            </a:r>
            <a:r>
              <a:rPr lang="en-US" dirty="0" err="1"/>
              <a:t>cpp</a:t>
            </a:r>
            <a:r>
              <a:rPr lang="en-US" dirty="0"/>
              <a:t> app 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1FEAA1-9D5A-75A9-9825-FA50E031C8C7}"/>
              </a:ext>
            </a:extLst>
          </p:cNvPr>
          <p:cNvSpPr/>
          <p:nvPr/>
        </p:nvSpPr>
        <p:spPr>
          <a:xfrm>
            <a:off x="1910946" y="1974304"/>
            <a:ext cx="1400176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dbw_ros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c++</a:t>
            </a:r>
            <a:r>
              <a:rPr lang="en-US" dirty="0"/>
              <a:t>)</a:t>
            </a:r>
            <a:endParaRPr lang="lv-LV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429CE-1606-1076-8C1B-25BE42FA7A66}"/>
              </a:ext>
            </a:extLst>
          </p:cNvPr>
          <p:cNvSpPr txBox="1"/>
          <p:nvPr/>
        </p:nvSpPr>
        <p:spPr>
          <a:xfrm>
            <a:off x="119653" y="2205186"/>
            <a:ext cx="937015" cy="46166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CAN-USB module</a:t>
            </a:r>
            <a:endParaRPr lang="lv-LV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A292FE-2C04-8C62-9521-255AC6046A0B}"/>
              </a:ext>
            </a:extLst>
          </p:cNvPr>
          <p:cNvSpPr/>
          <p:nvPr/>
        </p:nvSpPr>
        <p:spPr>
          <a:xfrm>
            <a:off x="4329105" y="2885110"/>
            <a:ext cx="1862139" cy="733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joy_polaris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D058AD-EC7C-DFD1-C9DE-C05E8D5186E8}"/>
              </a:ext>
            </a:extLst>
          </p:cNvPr>
          <p:cNvCxnSpPr>
            <a:cxnSpLocks/>
          </p:cNvCxnSpPr>
          <p:nvPr/>
        </p:nvCxnSpPr>
        <p:spPr>
          <a:xfrm>
            <a:off x="10177462" y="3118659"/>
            <a:ext cx="221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8CB4383-03EF-006E-1B4F-865EC0A556CC}"/>
              </a:ext>
            </a:extLst>
          </p:cNvPr>
          <p:cNvSpPr txBox="1"/>
          <p:nvPr/>
        </p:nvSpPr>
        <p:spPr>
          <a:xfrm>
            <a:off x="10841834" y="2884417"/>
            <a:ext cx="1728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172.25.116.22:14552</a:t>
            </a:r>
          </a:p>
          <a:p>
            <a:r>
              <a:rPr lang="en-US" sz="1200" dirty="0"/>
              <a:t>TAK </a:t>
            </a:r>
            <a:r>
              <a:rPr lang="en-US" sz="1200" dirty="0" err="1"/>
              <a:t>mavlink</a:t>
            </a:r>
            <a:r>
              <a:rPr lang="en-US" sz="1200" dirty="0"/>
              <a:t> </a:t>
            </a:r>
            <a:r>
              <a:rPr lang="en-US" sz="1200" dirty="0" err="1"/>
              <a:t>msgs</a:t>
            </a:r>
            <a:endParaRPr lang="lv-LV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A1E166-C413-D741-1857-0A04BEF5E756}"/>
              </a:ext>
            </a:extLst>
          </p:cNvPr>
          <p:cNvSpPr/>
          <p:nvPr/>
        </p:nvSpPr>
        <p:spPr>
          <a:xfrm>
            <a:off x="7605711" y="2891559"/>
            <a:ext cx="2571751" cy="733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mavros_ugv_telemetry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1A1ABE-6617-16D7-8078-49462E5CBDC2}"/>
              </a:ext>
            </a:extLst>
          </p:cNvPr>
          <p:cNvCxnSpPr>
            <a:cxnSpLocks/>
          </p:cNvCxnSpPr>
          <p:nvPr/>
        </p:nvCxnSpPr>
        <p:spPr>
          <a:xfrm flipH="1">
            <a:off x="10210800" y="3580107"/>
            <a:ext cx="223361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CCD375A-18CB-EAE2-7E6E-4EC36404278A}"/>
              </a:ext>
            </a:extLst>
          </p:cNvPr>
          <p:cNvSpPr txBox="1"/>
          <p:nvPr/>
        </p:nvSpPr>
        <p:spPr>
          <a:xfrm>
            <a:off x="10841833" y="3336449"/>
            <a:ext cx="1635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172.25.64.194:14551</a:t>
            </a:r>
          </a:p>
          <a:p>
            <a:r>
              <a:rPr lang="en-US" sz="1200" dirty="0"/>
              <a:t>GC </a:t>
            </a:r>
            <a:r>
              <a:rPr lang="en-US" sz="1200" dirty="0" err="1"/>
              <a:t>mavlink</a:t>
            </a:r>
            <a:r>
              <a:rPr lang="en-US" sz="1200" dirty="0"/>
              <a:t> </a:t>
            </a:r>
            <a:r>
              <a:rPr lang="en-US" sz="1200" dirty="0" err="1"/>
              <a:t>msgs</a:t>
            </a:r>
            <a:endParaRPr lang="lv-LV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1885D0-FFAD-C364-8664-5DD10503FF33}"/>
              </a:ext>
            </a:extLst>
          </p:cNvPr>
          <p:cNvSpPr/>
          <p:nvPr/>
        </p:nvSpPr>
        <p:spPr>
          <a:xfrm>
            <a:off x="3762375" y="5085868"/>
            <a:ext cx="242886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mavros_commutator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1309C9-DAB7-407A-3894-EF2635C159C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9701213" y="3622288"/>
            <a:ext cx="0" cy="49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C4A3647-21F8-AAA3-0EDE-3BA2A859F871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0159372" y="7811022"/>
            <a:ext cx="2318376" cy="3187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A9D3EA7-FB93-AF03-C282-C993F007DD37}"/>
              </a:ext>
            </a:extLst>
          </p:cNvPr>
          <p:cNvCxnSpPr>
            <a:cxnSpLocks/>
          </p:cNvCxnSpPr>
          <p:nvPr/>
        </p:nvCxnSpPr>
        <p:spPr>
          <a:xfrm flipH="1">
            <a:off x="10159372" y="8393060"/>
            <a:ext cx="2300516" cy="241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451779C-A2F1-DD87-9C66-3C6CD9340430}"/>
              </a:ext>
            </a:extLst>
          </p:cNvPr>
          <p:cNvSpPr txBox="1"/>
          <p:nvPr/>
        </p:nvSpPr>
        <p:spPr>
          <a:xfrm>
            <a:off x="10711658" y="7563148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localhost:5002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video stream</a:t>
            </a:r>
            <a:endParaRPr lang="lv-LV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0909DF-8E03-3DBD-E52D-5892ADE64429}"/>
              </a:ext>
            </a:extLst>
          </p:cNvPr>
          <p:cNvSpPr txBox="1"/>
          <p:nvPr/>
        </p:nvSpPr>
        <p:spPr>
          <a:xfrm>
            <a:off x="10730207" y="8175181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localhost:5004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video stream</a:t>
            </a:r>
            <a:endParaRPr lang="lv-LV" sz="12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AD5AAD-ED8B-5036-0721-0E6D0401A57E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161925" y="8191026"/>
            <a:ext cx="1415872" cy="461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24D674E-B7A8-43DA-B68F-FF65CB23AE7A}"/>
              </a:ext>
            </a:extLst>
          </p:cNvPr>
          <p:cNvSpPr/>
          <p:nvPr/>
        </p:nvSpPr>
        <p:spPr>
          <a:xfrm>
            <a:off x="1577797" y="7964808"/>
            <a:ext cx="1862139" cy="4524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run.sh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041D776-12F8-0EAC-63AF-4310888DA4CF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3307545" y="2666851"/>
            <a:ext cx="1021560" cy="11530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6272E04C-4461-9E06-BC21-00B80D6C5B95}"/>
              </a:ext>
            </a:extLst>
          </p:cNvPr>
          <p:cNvSpPr/>
          <p:nvPr/>
        </p:nvSpPr>
        <p:spPr>
          <a:xfrm>
            <a:off x="4329105" y="3632069"/>
            <a:ext cx="1862139" cy="3755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run.xml</a:t>
            </a:r>
          </a:p>
          <a:p>
            <a:pPr algn="ctr"/>
            <a:r>
              <a:rPr lang="en-US" sz="1200" dirty="0"/>
              <a:t>launch script</a:t>
            </a:r>
            <a:endParaRPr lang="lv-LV" sz="1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976B8A9-5E84-DF80-CF74-4EF5B9F1B918}"/>
              </a:ext>
            </a:extLst>
          </p:cNvPr>
          <p:cNvSpPr/>
          <p:nvPr/>
        </p:nvSpPr>
        <p:spPr>
          <a:xfrm>
            <a:off x="7591104" y="8777017"/>
            <a:ext cx="2586357" cy="542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Microphone Audio 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gst</a:t>
            </a:r>
            <a:r>
              <a:rPr lang="en-US" dirty="0">
                <a:solidFill>
                  <a:schemeClr val="tx1"/>
                </a:solidFill>
              </a:rPr>
              <a:t>-streamer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267AC5-0E08-16B3-8924-2DCB3D5133A0}"/>
              </a:ext>
            </a:extLst>
          </p:cNvPr>
          <p:cNvSpPr txBox="1"/>
          <p:nvPr/>
        </p:nvSpPr>
        <p:spPr>
          <a:xfrm>
            <a:off x="3265438" y="2034054"/>
            <a:ext cx="1141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700" dirty="0"/>
              <a:t>/</a:t>
            </a:r>
            <a:r>
              <a:rPr lang="lv-LV" sz="700" dirty="0" err="1"/>
              <a:t>vehicle</a:t>
            </a:r>
            <a:r>
              <a:rPr lang="lv-LV" sz="700" dirty="0"/>
              <a:t>/</a:t>
            </a:r>
            <a:r>
              <a:rPr lang="lv-LV" sz="700" dirty="0" err="1"/>
              <a:t>vehicle_velocity</a:t>
            </a:r>
            <a:endParaRPr lang="en-US" sz="700" dirty="0"/>
          </a:p>
          <a:p>
            <a:r>
              <a:rPr lang="en-US" sz="700" dirty="0"/>
              <a:t>msg</a:t>
            </a:r>
            <a:endParaRPr lang="lv-LV" sz="700" dirty="0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6D0F046A-A33B-685A-EAE0-F665BFAC2461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6184893" y="3462263"/>
            <a:ext cx="6351" cy="357594"/>
          </a:xfrm>
          <a:prstGeom prst="bentConnector4">
            <a:avLst>
              <a:gd name="adj1" fmla="val -3599433"/>
              <a:gd name="adj2" fmla="val 76257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0463597-0D9F-DF49-4172-D194C8A6A045}"/>
              </a:ext>
            </a:extLst>
          </p:cNvPr>
          <p:cNvCxnSpPr/>
          <p:nvPr/>
        </p:nvCxnSpPr>
        <p:spPr>
          <a:xfrm>
            <a:off x="10534650" y="1171575"/>
            <a:ext cx="0" cy="80057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08E1EFB-003E-2A39-E25B-E8EEE5485B76}"/>
              </a:ext>
            </a:extLst>
          </p:cNvPr>
          <p:cNvSpPr txBox="1"/>
          <p:nvPr/>
        </p:nvSpPr>
        <p:spPr>
          <a:xfrm>
            <a:off x="10946606" y="964354"/>
            <a:ext cx="1085850" cy="64633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5G router</a:t>
            </a:r>
            <a:endParaRPr lang="lv-LV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68F4B01-1AD7-FA04-F84C-3F2B6A1EB53B}"/>
              </a:ext>
            </a:extLst>
          </p:cNvPr>
          <p:cNvCxnSpPr/>
          <p:nvPr/>
        </p:nvCxnSpPr>
        <p:spPr>
          <a:xfrm>
            <a:off x="1288249" y="1366929"/>
            <a:ext cx="0" cy="80057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49197CA-4D1E-B63F-8AAA-7FF3E77705B3}"/>
              </a:ext>
            </a:extLst>
          </p:cNvPr>
          <p:cNvCxnSpPr>
            <a:cxnSpLocks/>
            <a:stCxn id="12" idx="1"/>
            <a:endCxn id="15" idx="3"/>
          </p:cNvCxnSpPr>
          <p:nvPr/>
        </p:nvCxnSpPr>
        <p:spPr>
          <a:xfrm flipH="1">
            <a:off x="1056668" y="2431504"/>
            <a:ext cx="854278" cy="451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386F63-7A22-C9DA-1867-36E96AA036B9}"/>
              </a:ext>
            </a:extLst>
          </p:cNvPr>
          <p:cNvSpPr txBox="1"/>
          <p:nvPr/>
        </p:nvSpPr>
        <p:spPr>
          <a:xfrm>
            <a:off x="38094" y="3162897"/>
            <a:ext cx="1085850" cy="46166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DataSpeed</a:t>
            </a:r>
            <a:r>
              <a:rPr lang="en-US" sz="1200" dirty="0"/>
              <a:t> commutator</a:t>
            </a:r>
            <a:endParaRPr lang="lv-LV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6F2717-E30A-E388-B6A3-78A48B3E70AE}"/>
              </a:ext>
            </a:extLst>
          </p:cNvPr>
          <p:cNvCxnSpPr>
            <a:cxnSpLocks/>
            <a:stCxn id="23" idx="0"/>
            <a:endCxn id="15" idx="2"/>
          </p:cNvCxnSpPr>
          <p:nvPr/>
        </p:nvCxnSpPr>
        <p:spPr>
          <a:xfrm flipV="1">
            <a:off x="581019" y="2666851"/>
            <a:ext cx="7142" cy="49604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7863B77-7AE2-3B70-A099-DF6CB769687E}"/>
              </a:ext>
            </a:extLst>
          </p:cNvPr>
          <p:cNvSpPr txBox="1"/>
          <p:nvPr/>
        </p:nvSpPr>
        <p:spPr>
          <a:xfrm>
            <a:off x="29758" y="3998217"/>
            <a:ext cx="1085850" cy="276999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UGV devices</a:t>
            </a:r>
            <a:endParaRPr lang="lv-LV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0C20D5-7B79-3273-604A-9AC1AD4056DA}"/>
              </a:ext>
            </a:extLst>
          </p:cNvPr>
          <p:cNvCxnSpPr>
            <a:cxnSpLocks/>
            <a:stCxn id="29" idx="0"/>
            <a:endCxn id="23" idx="2"/>
          </p:cNvCxnSpPr>
          <p:nvPr/>
        </p:nvCxnSpPr>
        <p:spPr>
          <a:xfrm flipV="1">
            <a:off x="572683" y="3624562"/>
            <a:ext cx="8336" cy="37365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07D735-0BB2-6B72-C807-3B998B24815C}"/>
              </a:ext>
            </a:extLst>
          </p:cNvPr>
          <p:cNvCxnSpPr>
            <a:cxnSpLocks/>
          </p:cNvCxnSpPr>
          <p:nvPr/>
        </p:nvCxnSpPr>
        <p:spPr>
          <a:xfrm>
            <a:off x="3325412" y="2034054"/>
            <a:ext cx="1021559" cy="981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B3C44-3F84-A650-4A9A-4FC09822485F}"/>
              </a:ext>
            </a:extLst>
          </p:cNvPr>
          <p:cNvSpPr/>
          <p:nvPr/>
        </p:nvSpPr>
        <p:spPr>
          <a:xfrm>
            <a:off x="3762372" y="5573332"/>
            <a:ext cx="242886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joyReader_node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F5F221-AA6E-BB52-E1A0-C778965682D8}"/>
              </a:ext>
            </a:extLst>
          </p:cNvPr>
          <p:cNvSpPr/>
          <p:nvPr/>
        </p:nvSpPr>
        <p:spPr>
          <a:xfrm>
            <a:off x="3757621" y="6060796"/>
            <a:ext cx="242886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gearMonitor_node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61792FF-47A4-2C4C-1194-B534568A9C7A}"/>
              </a:ext>
            </a:extLst>
          </p:cNvPr>
          <p:cNvSpPr/>
          <p:nvPr/>
        </p:nvSpPr>
        <p:spPr>
          <a:xfrm>
            <a:off x="3757620" y="6548260"/>
            <a:ext cx="242886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enableJoy_node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151FAC-BBC3-C347-EB8E-56AE4934E571}"/>
              </a:ext>
            </a:extLst>
          </p:cNvPr>
          <p:cNvSpPr/>
          <p:nvPr/>
        </p:nvSpPr>
        <p:spPr>
          <a:xfrm>
            <a:off x="3757619" y="7035724"/>
            <a:ext cx="2428869" cy="4874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*</a:t>
            </a:r>
            <a:r>
              <a:rPr lang="en-US" sz="1200" dirty="0" err="1"/>
              <a:t>Watch_node</a:t>
            </a:r>
            <a:endParaRPr lang="en-US" sz="1200" dirty="0"/>
          </a:p>
          <a:p>
            <a:pPr algn="ctr"/>
            <a:r>
              <a:rPr lang="en-US" sz="1200" dirty="0"/>
              <a:t>nodes</a:t>
            </a:r>
            <a:endParaRPr lang="lv-LV" sz="1200" dirty="0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0070649-25D4-FB78-03FA-720DDF0764A0}"/>
              </a:ext>
            </a:extLst>
          </p:cNvPr>
          <p:cNvCxnSpPr>
            <a:cxnSpLocks/>
            <a:stCxn id="12" idx="0"/>
            <a:endCxn id="28" idx="1"/>
          </p:cNvCxnSpPr>
          <p:nvPr/>
        </p:nvCxnSpPr>
        <p:spPr>
          <a:xfrm rot="16200000" flipH="1">
            <a:off x="4466493" y="118844"/>
            <a:ext cx="1283757" cy="4994677"/>
          </a:xfrm>
          <a:prstGeom prst="bentConnector4">
            <a:avLst>
              <a:gd name="adj1" fmla="val -17807"/>
              <a:gd name="adj2" fmla="val 8742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3A70F0-BA1E-618E-190B-6051CEBBC900}"/>
              </a:ext>
            </a:extLst>
          </p:cNvPr>
          <p:cNvSpPr txBox="1"/>
          <p:nvPr/>
        </p:nvSpPr>
        <p:spPr>
          <a:xfrm>
            <a:off x="4583895" y="1524753"/>
            <a:ext cx="985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/vehicle/* </a:t>
            </a:r>
            <a:r>
              <a:rPr lang="en-US" sz="900" dirty="0" err="1"/>
              <a:t>msgs</a:t>
            </a:r>
            <a:endParaRPr lang="lv-LV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246800-E80B-759E-842B-1EE20686DB2C}"/>
              </a:ext>
            </a:extLst>
          </p:cNvPr>
          <p:cNvSpPr txBox="1"/>
          <p:nvPr/>
        </p:nvSpPr>
        <p:spPr>
          <a:xfrm>
            <a:off x="1281996" y="2169480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USB</a:t>
            </a:r>
            <a:endParaRPr lang="lv-LV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9792D2-511D-3159-D6A9-F31F61A5B8BA}"/>
              </a:ext>
            </a:extLst>
          </p:cNvPr>
          <p:cNvSpPr txBox="1"/>
          <p:nvPr/>
        </p:nvSpPr>
        <p:spPr>
          <a:xfrm>
            <a:off x="3367970" y="3162897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runs</a:t>
            </a:r>
            <a:endParaRPr lang="lv-LV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93FF3C-D948-65D7-BFF8-98CDDBA7C4F0}"/>
              </a:ext>
            </a:extLst>
          </p:cNvPr>
          <p:cNvSpPr txBox="1"/>
          <p:nvPr/>
        </p:nvSpPr>
        <p:spPr>
          <a:xfrm>
            <a:off x="6194425" y="3336098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runs</a:t>
            </a:r>
            <a:endParaRPr lang="lv-LV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F579F5F-2737-FFD8-12E0-C45947B150BA}"/>
              </a:ext>
            </a:extLst>
          </p:cNvPr>
          <p:cNvCxnSpPr>
            <a:stCxn id="12" idx="2"/>
            <a:endCxn id="52" idx="1"/>
          </p:cNvCxnSpPr>
          <p:nvPr/>
        </p:nvCxnSpPr>
        <p:spPr>
          <a:xfrm>
            <a:off x="2611034" y="2888704"/>
            <a:ext cx="1146587" cy="3415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153230E-A6A3-5967-A1A6-854F57E67137}"/>
              </a:ext>
            </a:extLst>
          </p:cNvPr>
          <p:cNvSpPr txBox="1"/>
          <p:nvPr/>
        </p:nvSpPr>
        <p:spPr>
          <a:xfrm>
            <a:off x="1838318" y="3735466"/>
            <a:ext cx="2133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400" dirty="0"/>
              <a:t>/</a:t>
            </a:r>
            <a:r>
              <a:rPr lang="lv-LV" sz="1400" dirty="0" err="1"/>
              <a:t>vehicle</a:t>
            </a:r>
            <a:r>
              <a:rPr lang="lv-LV" sz="1400" dirty="0"/>
              <a:t>/</a:t>
            </a:r>
            <a:r>
              <a:rPr lang="lv-LV" sz="1400" dirty="0" err="1"/>
              <a:t>gear</a:t>
            </a:r>
            <a:r>
              <a:rPr lang="lv-LV" sz="1400" dirty="0"/>
              <a:t>/</a:t>
            </a:r>
            <a:r>
              <a:rPr lang="lv-LV" sz="1400" dirty="0" err="1"/>
              <a:t>report</a:t>
            </a:r>
            <a:r>
              <a:rPr lang="en-US" sz="1400" dirty="0"/>
              <a:t> msg</a:t>
            </a:r>
            <a:endParaRPr lang="lv-LV" sz="14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89B7E40-53C8-F4DB-443B-D7B36782DBBC}"/>
              </a:ext>
            </a:extLst>
          </p:cNvPr>
          <p:cNvCxnSpPr>
            <a:cxnSpLocks/>
          </p:cNvCxnSpPr>
          <p:nvPr/>
        </p:nvCxnSpPr>
        <p:spPr>
          <a:xfrm flipH="1">
            <a:off x="6186488" y="5817064"/>
            <a:ext cx="633412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D81BDB3-1637-F8F7-DB7F-CAB868E3923E}"/>
              </a:ext>
            </a:extLst>
          </p:cNvPr>
          <p:cNvSpPr txBox="1"/>
          <p:nvPr/>
        </p:nvSpPr>
        <p:spPr>
          <a:xfrm>
            <a:off x="10823973" y="5557436"/>
            <a:ext cx="1635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localhost:14550</a:t>
            </a:r>
          </a:p>
          <a:p>
            <a:r>
              <a:rPr lang="en-US" sz="1200" dirty="0"/>
              <a:t>GC </a:t>
            </a:r>
            <a:r>
              <a:rPr lang="en-US" sz="1200" dirty="0" err="1"/>
              <a:t>mavlink</a:t>
            </a:r>
            <a:r>
              <a:rPr lang="en-US" sz="1200" dirty="0"/>
              <a:t> </a:t>
            </a:r>
            <a:r>
              <a:rPr lang="en-US" sz="1200" dirty="0" err="1"/>
              <a:t>msgs</a:t>
            </a:r>
            <a:endParaRPr lang="lv-LV" sz="1200" dirty="0"/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1D02F83-1940-ABF6-AF45-7EC108CC2C83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V="1">
            <a:off x="5276479" y="4166378"/>
            <a:ext cx="2435173" cy="6056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0832FA5-F843-E7EA-FF95-2782FC090891}"/>
              </a:ext>
            </a:extLst>
          </p:cNvPr>
          <p:cNvCxnSpPr>
            <a:cxnSpLocks/>
          </p:cNvCxnSpPr>
          <p:nvPr/>
        </p:nvCxnSpPr>
        <p:spPr>
          <a:xfrm>
            <a:off x="6191244" y="5686787"/>
            <a:ext cx="605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3D7138B4-1CD6-A9B6-1314-430AE4816EB4}"/>
              </a:ext>
            </a:extLst>
          </p:cNvPr>
          <p:cNvSpPr txBox="1"/>
          <p:nvPr/>
        </p:nvSpPr>
        <p:spPr>
          <a:xfrm>
            <a:off x="7273302" y="4312338"/>
            <a:ext cx="160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400" dirty="0"/>
              <a:t>/</a:t>
            </a:r>
            <a:r>
              <a:rPr lang="lv-LV" sz="1400" dirty="0" err="1"/>
              <a:t>joy_polaris</a:t>
            </a:r>
            <a:r>
              <a:rPr lang="en-US" sz="1400" dirty="0"/>
              <a:t> msg</a:t>
            </a:r>
            <a:endParaRPr lang="lv-LV" sz="1400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6DD48C8-45F5-9212-7DA4-86D86B85A9BD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3311122" y="2431504"/>
            <a:ext cx="1017983" cy="1030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9D953B5F-3F79-0E62-4DA3-7139753840B6}"/>
              </a:ext>
            </a:extLst>
          </p:cNvPr>
          <p:cNvSpPr txBox="1"/>
          <p:nvPr/>
        </p:nvSpPr>
        <p:spPr>
          <a:xfrm>
            <a:off x="3451169" y="2756885"/>
            <a:ext cx="8747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Ctrl </a:t>
            </a:r>
            <a:r>
              <a:rPr lang="en-US" sz="1000" dirty="0" err="1"/>
              <a:t>msgs</a:t>
            </a:r>
            <a:endParaRPr lang="en-US" sz="10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B4B8EC2-14E2-927B-468B-5754672AB191}"/>
              </a:ext>
            </a:extLst>
          </p:cNvPr>
          <p:cNvSpPr txBox="1"/>
          <p:nvPr/>
        </p:nvSpPr>
        <p:spPr>
          <a:xfrm>
            <a:off x="111478" y="7938178"/>
            <a:ext cx="1372329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400" dirty="0" err="1"/>
              <a:t>polaris.service</a:t>
            </a:r>
            <a:endParaRPr lang="en-US" sz="1400" dirty="0"/>
          </a:p>
          <a:p>
            <a:r>
              <a:rPr lang="en-US" sz="1400" dirty="0"/>
              <a:t>Linux OS</a:t>
            </a:r>
            <a:endParaRPr lang="lv-LV" sz="1100" dirty="0"/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5879C431-603B-E09A-7851-FE8D3093E037}"/>
              </a:ext>
            </a:extLst>
          </p:cNvPr>
          <p:cNvCxnSpPr>
            <a:cxnSpLocks/>
          </p:cNvCxnSpPr>
          <p:nvPr/>
        </p:nvCxnSpPr>
        <p:spPr>
          <a:xfrm flipV="1">
            <a:off x="3459953" y="3915869"/>
            <a:ext cx="2751308" cy="4371169"/>
          </a:xfrm>
          <a:prstGeom prst="bentConnector3">
            <a:avLst>
              <a:gd name="adj1" fmla="val 108309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CE3B98-7360-0CB0-4616-2C91947090D6}"/>
              </a:ext>
            </a:extLst>
          </p:cNvPr>
          <p:cNvSpPr/>
          <p:nvPr/>
        </p:nvSpPr>
        <p:spPr>
          <a:xfrm>
            <a:off x="3757618" y="7529537"/>
            <a:ext cx="2427275" cy="3755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run.xml</a:t>
            </a:r>
          </a:p>
          <a:p>
            <a:pPr algn="ctr"/>
            <a:r>
              <a:rPr lang="en-US" sz="1200" dirty="0"/>
              <a:t>launch script</a:t>
            </a:r>
            <a:endParaRPr lang="lv-LV" sz="1200" dirty="0"/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820CEA2B-79B1-91C4-2C6B-4A15F014E61F}"/>
              </a:ext>
            </a:extLst>
          </p:cNvPr>
          <p:cNvCxnSpPr>
            <a:cxnSpLocks/>
            <a:stCxn id="155" idx="3"/>
            <a:endCxn id="40" idx="3"/>
          </p:cNvCxnSpPr>
          <p:nvPr/>
        </p:nvCxnSpPr>
        <p:spPr>
          <a:xfrm flipV="1">
            <a:off x="6184893" y="5329600"/>
            <a:ext cx="6351" cy="2387725"/>
          </a:xfrm>
          <a:prstGeom prst="bentConnector3">
            <a:avLst>
              <a:gd name="adj1" fmla="val 12473059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172388B0-B47D-E7C3-F721-B288AEED22BC}"/>
              </a:ext>
            </a:extLst>
          </p:cNvPr>
          <p:cNvSpPr txBox="1"/>
          <p:nvPr/>
        </p:nvSpPr>
        <p:spPr>
          <a:xfrm>
            <a:off x="6921995" y="5924610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runs</a:t>
            </a:r>
            <a:endParaRPr lang="lv-LV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459F00-C751-436C-4AAE-34F633075E6D}"/>
              </a:ext>
            </a:extLst>
          </p:cNvPr>
          <p:cNvCxnSpPr>
            <a:cxnSpLocks/>
            <a:stCxn id="155" idx="3"/>
            <a:endCxn id="28" idx="2"/>
          </p:cNvCxnSpPr>
          <p:nvPr/>
        </p:nvCxnSpPr>
        <p:spPr>
          <a:xfrm flipV="1">
            <a:off x="6184893" y="3624562"/>
            <a:ext cx="2706694" cy="40927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11BB2B0-5C37-1416-0D35-D6F680918EA9}"/>
              </a:ext>
            </a:extLst>
          </p:cNvPr>
          <p:cNvSpPr txBox="1"/>
          <p:nvPr/>
        </p:nvSpPr>
        <p:spPr>
          <a:xfrm>
            <a:off x="4537265" y="8059381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runs</a:t>
            </a:r>
            <a:endParaRPr lang="lv-LV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12D40A1-E878-7EAA-8CDC-35962961D33B}"/>
              </a:ext>
            </a:extLst>
          </p:cNvPr>
          <p:cNvSpPr/>
          <p:nvPr/>
        </p:nvSpPr>
        <p:spPr>
          <a:xfrm>
            <a:off x="7625553" y="6004680"/>
            <a:ext cx="1956597" cy="551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/>
              <a:t>gps_reader</a:t>
            </a:r>
            <a:endParaRPr lang="en-US" dirty="0"/>
          </a:p>
          <a:p>
            <a:pPr algn="ctr"/>
            <a:r>
              <a:rPr lang="en-US" dirty="0"/>
              <a:t>package (python)</a:t>
            </a:r>
            <a:endParaRPr lang="lv-LV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67E008D-BC47-C7FE-FF45-A37C3755C8A1}"/>
              </a:ext>
            </a:extLst>
          </p:cNvPr>
          <p:cNvSpPr/>
          <p:nvPr/>
        </p:nvSpPr>
        <p:spPr>
          <a:xfrm>
            <a:off x="7625553" y="6566562"/>
            <a:ext cx="1956594" cy="4258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gps_reader_node</a:t>
            </a:r>
            <a:endParaRPr lang="en-US" sz="1200" dirty="0"/>
          </a:p>
          <a:p>
            <a:pPr algn="ctr"/>
            <a:r>
              <a:rPr lang="en-US" sz="1200" dirty="0"/>
              <a:t>node</a:t>
            </a:r>
            <a:endParaRPr lang="lv-LV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458B6B5-74B2-13CA-C632-A8C7B6DCD422}"/>
              </a:ext>
            </a:extLst>
          </p:cNvPr>
          <p:cNvSpPr txBox="1"/>
          <p:nvPr/>
        </p:nvSpPr>
        <p:spPr>
          <a:xfrm>
            <a:off x="78777" y="4599009"/>
            <a:ext cx="1085850" cy="46166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GNSS </a:t>
            </a:r>
            <a:r>
              <a:rPr lang="en-US" sz="1200" dirty="0" err="1"/>
              <a:t>reciever</a:t>
            </a:r>
            <a:endParaRPr lang="lv-LV" sz="1200" dirty="0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323F7C7-F1B3-915A-C673-7FAD443BBDFF}"/>
              </a:ext>
            </a:extLst>
          </p:cNvPr>
          <p:cNvCxnSpPr>
            <a:cxnSpLocks/>
            <a:stCxn id="165" idx="1"/>
            <a:endCxn id="167" idx="3"/>
          </p:cNvCxnSpPr>
          <p:nvPr/>
        </p:nvCxnSpPr>
        <p:spPr>
          <a:xfrm flipH="1" flipV="1">
            <a:off x="1164627" y="4829842"/>
            <a:ext cx="6460926" cy="145075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21F00030-A452-711E-77C0-70550B6F1F78}"/>
              </a:ext>
            </a:extLst>
          </p:cNvPr>
          <p:cNvCxnSpPr>
            <a:stCxn id="165" idx="0"/>
          </p:cNvCxnSpPr>
          <p:nvPr/>
        </p:nvCxnSpPr>
        <p:spPr>
          <a:xfrm flipV="1">
            <a:off x="8603852" y="3641060"/>
            <a:ext cx="397273" cy="236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F8CFEB4-3CAB-85C6-11C0-33DE11953071}"/>
              </a:ext>
            </a:extLst>
          </p:cNvPr>
          <p:cNvSpPr txBox="1"/>
          <p:nvPr/>
        </p:nvSpPr>
        <p:spPr>
          <a:xfrm>
            <a:off x="8633779" y="5359955"/>
            <a:ext cx="160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400" dirty="0"/>
              <a:t>/</a:t>
            </a:r>
            <a:r>
              <a:rPr lang="lv-LV" sz="1400" dirty="0" err="1"/>
              <a:t>ugv</a:t>
            </a:r>
            <a:r>
              <a:rPr lang="lv-LV" sz="1400" dirty="0"/>
              <a:t>/</a:t>
            </a:r>
            <a:r>
              <a:rPr lang="lv-LV" sz="1400" dirty="0" err="1"/>
              <a:t>gps</a:t>
            </a:r>
            <a:r>
              <a:rPr lang="lv-LV" sz="1400" dirty="0"/>
              <a:t>/</a:t>
            </a:r>
            <a:r>
              <a:rPr lang="lv-LV" sz="1400" dirty="0" err="1"/>
              <a:t>fix</a:t>
            </a:r>
            <a:r>
              <a:rPr lang="en-US" sz="1400" dirty="0"/>
              <a:t> msg</a:t>
            </a:r>
            <a:endParaRPr lang="lv-LV" sz="1400" dirty="0"/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E5A75D4-4B72-FD76-8C49-E40B39AF3E8D}"/>
              </a:ext>
            </a:extLst>
          </p:cNvPr>
          <p:cNvCxnSpPr>
            <a:cxnSpLocks/>
            <a:stCxn id="155" idx="3"/>
            <a:endCxn id="166" idx="1"/>
          </p:cNvCxnSpPr>
          <p:nvPr/>
        </p:nvCxnSpPr>
        <p:spPr>
          <a:xfrm flipV="1">
            <a:off x="6184893" y="6779476"/>
            <a:ext cx="1440660" cy="9378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EE91EB22-622A-8008-96EB-7712FA574A6B}"/>
              </a:ext>
            </a:extLst>
          </p:cNvPr>
          <p:cNvSpPr txBox="1"/>
          <p:nvPr/>
        </p:nvSpPr>
        <p:spPr>
          <a:xfrm>
            <a:off x="7029337" y="6801203"/>
            <a:ext cx="433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runs</a:t>
            </a:r>
            <a:endParaRPr lang="lv-LV" dirty="0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8C32D2C4-C101-BAC5-9951-738D86492625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3439936" y="8024813"/>
            <a:ext cx="4151982" cy="1662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35198B7-0762-2DE5-9EB2-6F4010FC1A77}"/>
              </a:ext>
            </a:extLst>
          </p:cNvPr>
          <p:cNvCxnSpPr>
            <a:cxnSpLocks/>
            <a:stCxn id="59" idx="3"/>
            <a:endCxn id="10" idx="1"/>
          </p:cNvCxnSpPr>
          <p:nvPr/>
        </p:nvCxnSpPr>
        <p:spPr>
          <a:xfrm>
            <a:off x="3439936" y="8191026"/>
            <a:ext cx="4165774" cy="2099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84A20EB9-1302-D739-AEF1-52356CA70FE1}"/>
              </a:ext>
            </a:extLst>
          </p:cNvPr>
          <p:cNvCxnSpPr>
            <a:cxnSpLocks/>
          </p:cNvCxnSpPr>
          <p:nvPr/>
        </p:nvCxnSpPr>
        <p:spPr>
          <a:xfrm flipH="1">
            <a:off x="10177461" y="9056359"/>
            <a:ext cx="2300516" cy="2418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B10169B2-9DBB-A91B-40D3-07EAD20AF0AD}"/>
              </a:ext>
            </a:extLst>
          </p:cNvPr>
          <p:cNvCxnSpPr>
            <a:cxnSpLocks/>
            <a:stCxn id="59" idx="3"/>
            <a:endCxn id="80" idx="1"/>
          </p:cNvCxnSpPr>
          <p:nvPr/>
        </p:nvCxnSpPr>
        <p:spPr>
          <a:xfrm>
            <a:off x="3439936" y="8191026"/>
            <a:ext cx="4151168" cy="85721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CC5CFCFC-B71A-E894-2BFD-758B37F1C864}"/>
              </a:ext>
            </a:extLst>
          </p:cNvPr>
          <p:cNvSpPr txBox="1"/>
          <p:nvPr/>
        </p:nvSpPr>
        <p:spPr>
          <a:xfrm>
            <a:off x="10668001" y="8825526"/>
            <a:ext cx="1500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172.25.64.194:5008</a:t>
            </a:r>
          </a:p>
          <a:p>
            <a:r>
              <a:rPr lang="en-US" sz="1200" dirty="0" err="1"/>
              <a:t>udp</a:t>
            </a:r>
            <a:r>
              <a:rPr lang="en-US" sz="1200" dirty="0"/>
              <a:t> audio stream</a:t>
            </a:r>
            <a:endParaRPr lang="lv-LV" sz="12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2237BFC-EA62-8A51-985C-BCDC5E472970}"/>
              </a:ext>
            </a:extLst>
          </p:cNvPr>
          <p:cNvSpPr/>
          <p:nvPr/>
        </p:nvSpPr>
        <p:spPr>
          <a:xfrm>
            <a:off x="1583528" y="8410628"/>
            <a:ext cx="1862139" cy="4524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v-LV" dirty="0" err="1">
                <a:solidFill>
                  <a:schemeClr val="tx1"/>
                </a:solidFill>
              </a:rPr>
              <a:t>polaris.service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A0F4026C-545C-F0C7-3F11-253961113EA9}"/>
              </a:ext>
            </a:extLst>
          </p:cNvPr>
          <p:cNvCxnSpPr>
            <a:stCxn id="197" idx="1"/>
          </p:cNvCxnSpPr>
          <p:nvPr/>
        </p:nvCxnSpPr>
        <p:spPr>
          <a:xfrm flipH="1" flipV="1">
            <a:off x="509588" y="8393060"/>
            <a:ext cx="1073940" cy="24378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5208E45-9B23-CA7A-2592-9D71B95860D5}"/>
              </a:ext>
            </a:extLst>
          </p:cNvPr>
          <p:cNvCxnSpPr>
            <a:cxnSpLocks/>
          </p:cNvCxnSpPr>
          <p:nvPr/>
        </p:nvCxnSpPr>
        <p:spPr>
          <a:xfrm>
            <a:off x="38094" y="5270956"/>
            <a:ext cx="125223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D41FEE64-EEAB-3305-C1FF-60CA1F35A7C4}"/>
              </a:ext>
            </a:extLst>
          </p:cNvPr>
          <p:cNvSpPr txBox="1"/>
          <p:nvPr/>
        </p:nvSpPr>
        <p:spPr>
          <a:xfrm>
            <a:off x="255087" y="1303294"/>
            <a:ext cx="737884" cy="36933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UGV</a:t>
            </a:r>
            <a:endParaRPr lang="lv-LV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83729210-E9DC-8E60-25CE-5F7A9C04F106}"/>
              </a:ext>
            </a:extLst>
          </p:cNvPr>
          <p:cNvSpPr txBox="1"/>
          <p:nvPr/>
        </p:nvSpPr>
        <p:spPr>
          <a:xfrm>
            <a:off x="245617" y="5485970"/>
            <a:ext cx="704712" cy="92333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ZED BOX OS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46239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55BB-9954-17BA-E23A-95FE08C4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691398"/>
          </a:xfrm>
        </p:spPr>
        <p:txBody>
          <a:bodyPr>
            <a:noAutofit/>
          </a:bodyPr>
          <a:lstStyle/>
          <a:p>
            <a:r>
              <a:rPr lang="en-US" sz="3200" dirty="0"/>
              <a:t>Setup GC on Ubuntu 24.04</a:t>
            </a:r>
            <a:endParaRPr lang="lv-LV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A0523-4EDC-476E-B33A-B0F08980F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1113905"/>
            <a:ext cx="11041380" cy="82961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/>
              <a:t>Install ROS2 </a:t>
            </a:r>
            <a:r>
              <a:rPr lang="lv-LV" sz="1200" b="1" dirty="0"/>
              <a:t>KILTED KAIJU</a:t>
            </a:r>
            <a:r>
              <a:rPr lang="en-US" sz="1200" b="1" dirty="0"/>
              <a:t> (ubuntu 24.04)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dirty="0"/>
              <a:t>	Use link: </a:t>
            </a:r>
            <a:r>
              <a:rPr lang="fr-FR" sz="1200" dirty="0">
                <a:hlinkClick r:id="rId2"/>
              </a:rPr>
              <a:t>Ubuntu (deb packages) — ROS 2 Documentation: </a:t>
            </a:r>
            <a:r>
              <a:rPr lang="fr-FR" sz="1200" dirty="0" err="1">
                <a:hlinkClick r:id="rId2"/>
              </a:rPr>
              <a:t>Kilted</a:t>
            </a:r>
            <a:r>
              <a:rPr lang="fr-FR" sz="1200" dirty="0">
                <a:hlinkClick r:id="rId2"/>
              </a:rPr>
              <a:t> documentation</a:t>
            </a:r>
            <a:endParaRPr lang="fr-FR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Create ROS2 workspace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mkdir</a:t>
            </a:r>
            <a:r>
              <a:rPr lang="en-US" sz="1200" dirty="0"/>
              <a:t> –p ~/</a:t>
            </a:r>
            <a:r>
              <a:rPr lang="en-US" sz="1200" dirty="0" err="1"/>
              <a:t>gc_ws</a:t>
            </a:r>
            <a:r>
              <a:rPr lang="en-US" sz="1200" dirty="0"/>
              <a:t>/</a:t>
            </a:r>
            <a:r>
              <a:rPr lang="en-US" sz="1200" dirty="0" err="1"/>
              <a:t>src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cd </a:t>
            </a:r>
            <a:r>
              <a:rPr lang="en-US" sz="1200" dirty="0" err="1"/>
              <a:t>gc_ws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Init the workspace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colcon</a:t>
            </a:r>
            <a:r>
              <a:rPr lang="en-US" sz="1200" dirty="0"/>
              <a:t> build --</a:t>
            </a:r>
            <a:r>
              <a:rPr lang="en-US" sz="1200" dirty="0" err="1"/>
              <a:t>symlink</a:t>
            </a:r>
            <a:r>
              <a:rPr lang="en-US" sz="1200" dirty="0"/>
              <a:t>-install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source install/</a:t>
            </a:r>
            <a:r>
              <a:rPr lang="en-US" sz="1200" dirty="0" err="1"/>
              <a:t>setup.bash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Clone LMT GC repository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cd </a:t>
            </a:r>
            <a:r>
              <a:rPr lang="en-US" sz="1200" dirty="0" err="1"/>
              <a:t>src</a:t>
            </a:r>
            <a:r>
              <a:rPr lang="en-US" sz="1200" dirty="0"/>
              <a:t>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git clone </a:t>
            </a:r>
            <a:r>
              <a:rPr lang="en-US" sz="1200" dirty="0" err="1">
                <a:hlinkClick r:id="rId3"/>
              </a:rPr>
              <a:t>git@github.com:dainissilamikelis</a:t>
            </a:r>
            <a:r>
              <a:rPr lang="en-US" sz="1200" dirty="0">
                <a:hlinkClick r:id="rId3"/>
              </a:rPr>
              <a:t>/</a:t>
            </a:r>
            <a:r>
              <a:rPr lang="en-US" sz="1200" dirty="0" err="1">
                <a:hlinkClick r:id="rId3"/>
              </a:rPr>
              <a:t>polaris</a:t>
            </a:r>
            <a:r>
              <a:rPr lang="en-US" sz="1200" dirty="0">
                <a:hlinkClick r:id="rId3"/>
              </a:rPr>
              <a:t>-ground-</a:t>
            </a:r>
            <a:r>
              <a:rPr lang="en-US" sz="1200" dirty="0" err="1">
                <a:hlinkClick r:id="rId3"/>
              </a:rPr>
              <a:t>control.git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cd </a:t>
            </a:r>
            <a:r>
              <a:rPr lang="en-US" sz="1200" dirty="0" err="1"/>
              <a:t>polaris</a:t>
            </a:r>
            <a:r>
              <a:rPr lang="en-US" sz="1200" dirty="0"/>
              <a:t>-ground-control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git submodule update --</a:t>
            </a:r>
            <a:r>
              <a:rPr lang="en-US" sz="1200" dirty="0" err="1"/>
              <a:t>init</a:t>
            </a:r>
            <a:r>
              <a:rPr lang="en-US" sz="1200" dirty="0"/>
              <a:t> --recursive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Build </a:t>
            </a:r>
            <a:r>
              <a:rPr lang="en-US" sz="1200" b="1" dirty="0" err="1"/>
              <a:t>mavlink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cd </a:t>
            </a:r>
            <a:r>
              <a:rPr lang="en-US" sz="1200" dirty="0" err="1"/>
              <a:t>polaris</a:t>
            </a:r>
            <a:r>
              <a:rPr lang="en-US" sz="1200" dirty="0"/>
              <a:t>-ground-control/</a:t>
            </a:r>
            <a:r>
              <a:rPr lang="en-US" sz="1200" dirty="0" err="1"/>
              <a:t>mavlink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lv-LV" sz="1200" dirty="0" err="1"/>
              <a:t>cmake</a:t>
            </a:r>
            <a:r>
              <a:rPr lang="lv-LV" sz="1200" dirty="0"/>
              <a:t> -</a:t>
            </a:r>
            <a:r>
              <a:rPr lang="lv-LV" sz="1200" dirty="0" err="1"/>
              <a:t>Bbuild</a:t>
            </a:r>
            <a:r>
              <a:rPr lang="lv-LV" sz="1200" dirty="0"/>
              <a:t> -H. -DCMAKE_INSTALL_PREFIX=~/</a:t>
            </a:r>
            <a:r>
              <a:rPr lang="lv-LV" sz="1200" dirty="0" err="1"/>
              <a:t>gc_ws</a:t>
            </a:r>
            <a:r>
              <a:rPr lang="lv-LV" sz="1200" dirty="0"/>
              <a:t>/</a:t>
            </a:r>
            <a:r>
              <a:rPr lang="lv-LV" sz="1200" dirty="0" err="1"/>
              <a:t>install</a:t>
            </a:r>
            <a:r>
              <a:rPr lang="lv-LV" sz="1200" dirty="0"/>
              <a:t>/</a:t>
            </a:r>
            <a:r>
              <a:rPr lang="lv-LV" sz="1200" dirty="0" err="1"/>
              <a:t>mavlink</a:t>
            </a:r>
            <a:r>
              <a:rPr lang="lv-LV" sz="1200" dirty="0"/>
              <a:t> -DMAVLINK_DIALECT=</a:t>
            </a:r>
            <a:r>
              <a:rPr lang="lv-LV" sz="1200" dirty="0" err="1"/>
              <a:t>common</a:t>
            </a:r>
            <a:r>
              <a:rPr lang="lv-LV" sz="1200" dirty="0"/>
              <a:t> -DMAVLINK_VERSION=2.0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cmake</a:t>
            </a:r>
            <a:r>
              <a:rPr lang="en-US" sz="1200" dirty="0"/>
              <a:t> --build </a:t>
            </a:r>
            <a:r>
              <a:rPr lang="en-US" sz="1200" dirty="0" err="1"/>
              <a:t>build</a:t>
            </a:r>
            <a:r>
              <a:rPr lang="en-US" sz="1200" dirty="0"/>
              <a:t> --target 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Compile ROS2 workspace’s packages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cd ~/</a:t>
            </a:r>
            <a:r>
              <a:rPr lang="en-US" sz="1200" dirty="0" err="1"/>
              <a:t>gc_ws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source install/</a:t>
            </a:r>
            <a:r>
              <a:rPr lang="en-US" sz="1200" dirty="0" err="1"/>
              <a:t>setup.bash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rosdep</a:t>
            </a:r>
            <a:r>
              <a:rPr lang="en-US" sz="1200" dirty="0"/>
              <a:t> </a:t>
            </a:r>
            <a:r>
              <a:rPr lang="en-US" sz="1200" dirty="0" err="1"/>
              <a:t>init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rosdep</a:t>
            </a:r>
            <a:r>
              <a:rPr lang="en-US" sz="1200" dirty="0"/>
              <a:t> update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source install/</a:t>
            </a:r>
            <a:r>
              <a:rPr lang="en-US" sz="1200" dirty="0" err="1"/>
              <a:t>setup.bash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colcon</a:t>
            </a:r>
            <a:r>
              <a:rPr lang="en-US" sz="1200" dirty="0"/>
              <a:t> build --</a:t>
            </a:r>
            <a:r>
              <a:rPr lang="en-US" sz="1200" dirty="0" err="1"/>
              <a:t>symlink</a:t>
            </a:r>
            <a:r>
              <a:rPr lang="en-US" sz="1200" dirty="0"/>
              <a:t>-install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Setup Python tools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sudo</a:t>
            </a:r>
            <a:r>
              <a:rPr lang="en-US" sz="1200" dirty="0"/>
              <a:t> apt install python3-kivy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Setup other tools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sudo</a:t>
            </a:r>
            <a:r>
              <a:rPr lang="en-US" sz="1200" dirty="0"/>
              <a:t> apt install </a:t>
            </a:r>
            <a:r>
              <a:rPr lang="en-US" sz="1200" dirty="0" err="1"/>
              <a:t>wmctrl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CUDA 13.0 (must be compared to the version of host machine):</a:t>
            </a:r>
          </a:p>
          <a:p>
            <a:pPr marL="64008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40" dirty="0" err="1"/>
              <a:t>wget</a:t>
            </a:r>
            <a:r>
              <a:rPr lang="en-US" sz="640" dirty="0"/>
              <a:t> https://developer.download.nvidia.com/compute/cuda/repos/ubuntu2404/x86_64/cuda-keyring_1.1-1_all.deb</a:t>
            </a:r>
          </a:p>
          <a:p>
            <a:pPr marL="64008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40" dirty="0" err="1"/>
              <a:t>sudo</a:t>
            </a:r>
            <a:r>
              <a:rPr lang="en-US" sz="640" dirty="0"/>
              <a:t> </a:t>
            </a:r>
            <a:r>
              <a:rPr lang="en-US" sz="640" dirty="0" err="1"/>
              <a:t>dpkg</a:t>
            </a:r>
            <a:r>
              <a:rPr lang="en-US" sz="640" dirty="0"/>
              <a:t> -</a:t>
            </a:r>
            <a:r>
              <a:rPr lang="en-US" sz="640" dirty="0" err="1"/>
              <a:t>i</a:t>
            </a:r>
            <a:r>
              <a:rPr lang="en-US" sz="640" dirty="0"/>
              <a:t> cuda-keyring_1.1-1_all.deb</a:t>
            </a:r>
          </a:p>
          <a:p>
            <a:pPr marL="64008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40" dirty="0" err="1"/>
              <a:t>sudo</a:t>
            </a:r>
            <a:r>
              <a:rPr lang="en-US" sz="640" dirty="0"/>
              <a:t> apt-get update</a:t>
            </a:r>
          </a:p>
          <a:p>
            <a:pPr marL="64008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40" dirty="0" err="1"/>
              <a:t>sudo</a:t>
            </a:r>
            <a:r>
              <a:rPr lang="en-US" sz="640" dirty="0"/>
              <a:t> apt-get -y install cuda-toolkit-13-0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/>
              <a:t>Create desktop shortcut to run GC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Edit ~/gc_ws/src/polaris-ground-control/scripts/run.sh to set correct environment path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Edit ~/</a:t>
            </a:r>
            <a:r>
              <a:rPr lang="en-US" sz="1200" dirty="0" err="1"/>
              <a:t>gc_ws</a:t>
            </a:r>
            <a:r>
              <a:rPr lang="en-US" sz="1200" dirty="0"/>
              <a:t>/</a:t>
            </a:r>
            <a:r>
              <a:rPr lang="en-US" sz="1200" dirty="0" err="1"/>
              <a:t>src</a:t>
            </a:r>
            <a:r>
              <a:rPr lang="en-US" sz="1200" dirty="0"/>
              <a:t>/</a:t>
            </a:r>
            <a:r>
              <a:rPr lang="en-US" sz="1200" dirty="0" err="1"/>
              <a:t>polaris</a:t>
            </a:r>
            <a:r>
              <a:rPr lang="en-US" sz="1200" dirty="0"/>
              <a:t>-ground-control/scripts/ </a:t>
            </a:r>
            <a:r>
              <a:rPr lang="en-US" sz="1200" dirty="0" err="1"/>
              <a:t>GroundControlPolaris.desktop</a:t>
            </a:r>
            <a:r>
              <a:rPr lang="en-US" sz="1200" dirty="0"/>
              <a:t>  to set the correct path to run.sh script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chmod</a:t>
            </a:r>
            <a:r>
              <a:rPr lang="en-US" sz="1200" dirty="0"/>
              <a:t> +x ~/gc_ws/src/polaris-ground-control/scripts/run.sh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cp ~/</a:t>
            </a:r>
            <a:r>
              <a:rPr lang="en-US" sz="1200" dirty="0" err="1"/>
              <a:t>gc_ws</a:t>
            </a:r>
            <a:r>
              <a:rPr lang="en-US" sz="1200" dirty="0"/>
              <a:t>/</a:t>
            </a:r>
            <a:r>
              <a:rPr lang="en-US" sz="1200" dirty="0" err="1"/>
              <a:t>src</a:t>
            </a:r>
            <a:r>
              <a:rPr lang="en-US" sz="1200" dirty="0"/>
              <a:t>/</a:t>
            </a:r>
            <a:r>
              <a:rPr lang="en-US" sz="1200" dirty="0" err="1"/>
              <a:t>polaris</a:t>
            </a:r>
            <a:r>
              <a:rPr lang="en-US" sz="1200" dirty="0"/>
              <a:t>-ground-control/scripts/ </a:t>
            </a:r>
            <a:r>
              <a:rPr lang="en-US" sz="1200" dirty="0" err="1"/>
              <a:t>GroundControlPolaris.desktop</a:t>
            </a:r>
            <a:r>
              <a:rPr lang="en-US" sz="1200" dirty="0"/>
              <a:t> ~/Desktop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/>
              <a:t>chmod</a:t>
            </a:r>
            <a:r>
              <a:rPr lang="en-US" sz="1200" dirty="0"/>
              <a:t> +x ~/Desktop/</a:t>
            </a:r>
            <a:r>
              <a:rPr lang="en-US" sz="1200" dirty="0" err="1"/>
              <a:t>GroundControlPolaris.desktop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Allow Launching for the shortcut (Mouse Right - &gt; Allow Launching)</a:t>
            </a:r>
            <a:endParaRPr lang="lv-LV" sz="1200" dirty="0"/>
          </a:p>
        </p:txBody>
      </p:sp>
    </p:spTree>
    <p:extLst>
      <p:ext uri="{BB962C8B-B14F-4D97-AF65-F5344CB8AC3E}">
        <p14:creationId xmlns:p14="http://schemas.microsoft.com/office/powerpoint/2010/main" val="165024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ADFF-9F08-B85D-6B44-192606DF5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149227"/>
            <a:ext cx="11041380" cy="53022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Setup Polaris ZED Orion NX 16GB on Ubuntu 22.04 (1)</a:t>
            </a:r>
            <a:endParaRPr lang="lv-LV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E361F-1C0B-F7B4-1B12-FBECA58BE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787400"/>
            <a:ext cx="11041380" cy="8585199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Check system: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lsb_release</a:t>
            </a:r>
            <a:r>
              <a:rPr lang="en-US" sz="1800" dirty="0"/>
              <a:t> –a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dpkg</a:t>
            </a:r>
            <a:r>
              <a:rPr lang="en-US" sz="1800" dirty="0"/>
              <a:t>-query -W nvidia-l4t-core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nvidia-smi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apt-cache show </a:t>
            </a:r>
            <a:r>
              <a:rPr lang="en-US" sz="1800" dirty="0" err="1"/>
              <a:t>nvidia</a:t>
            </a:r>
            <a:r>
              <a:rPr lang="en-US" sz="1800" dirty="0"/>
              <a:t>-jetpack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Original version of Orion NX 16GB: </a:t>
            </a:r>
            <a:r>
              <a:rPr lang="en-US" sz="1800" dirty="0"/>
              <a:t>is R36 (release), REVISION: 3.0 - &gt; </a:t>
            </a:r>
            <a:r>
              <a:rPr lang="lv-LV" sz="1800" dirty="0" err="1"/>
              <a:t>JetPack</a:t>
            </a:r>
            <a:r>
              <a:rPr lang="en-US" sz="1800" dirty="0"/>
              <a:t> 6.0 &amp; L4T Version 36.3.0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Install ROS2 Humble</a:t>
            </a:r>
            <a:r>
              <a:rPr lang="en-US" sz="1800" dirty="0"/>
              <a:t>: </a:t>
            </a:r>
            <a:r>
              <a:rPr lang="fr-FR" sz="1800" dirty="0">
                <a:hlinkClick r:id="rId2"/>
              </a:rPr>
              <a:t>Ubuntu (deb packages) — ROS 2 Documentation: Humble documentation</a:t>
            </a:r>
            <a:endParaRPr lang="fr-FR" sz="1800" dirty="0"/>
          </a:p>
          <a:p>
            <a:pPr marL="0" indent="0">
              <a:spcBef>
                <a:spcPts val="0"/>
              </a:spcBef>
              <a:buNone/>
            </a:pPr>
            <a:endParaRPr lang="fr-FR" sz="1800" dirty="0"/>
          </a:p>
          <a:p>
            <a:pPr marL="0" indent="0">
              <a:spcBef>
                <a:spcPts val="0"/>
              </a:spcBef>
              <a:buNone/>
            </a:pPr>
            <a:r>
              <a:rPr lang="fr-FR" sz="1800" b="1" dirty="0" err="1"/>
              <a:t>Generate</a:t>
            </a:r>
            <a:r>
              <a:rPr lang="fr-FR" sz="1800" b="1" dirty="0"/>
              <a:t> </a:t>
            </a:r>
            <a:r>
              <a:rPr lang="fr-FR" sz="1800" b="1" dirty="0" err="1"/>
              <a:t>ssh</a:t>
            </a:r>
            <a:r>
              <a:rPr lang="fr-FR" sz="1800" b="1" dirty="0"/>
              <a:t> key for the </a:t>
            </a:r>
            <a:r>
              <a:rPr lang="fr-FR" sz="1800" b="1" dirty="0" err="1"/>
              <a:t>project</a:t>
            </a:r>
            <a:r>
              <a:rPr lang="fr-FR" sz="1800" b="1" dirty="0"/>
              <a:t> repositories and </a:t>
            </a:r>
            <a:r>
              <a:rPr lang="fr-FR" sz="1800" b="1" dirty="0" err="1"/>
              <a:t>register</a:t>
            </a:r>
            <a:r>
              <a:rPr lang="fr-FR" sz="1800" b="1" dirty="0"/>
              <a:t> </a:t>
            </a:r>
            <a:r>
              <a:rPr lang="fr-FR" sz="1800" b="1" dirty="0" err="1"/>
              <a:t>it</a:t>
            </a:r>
            <a:r>
              <a:rPr lang="fr-FR" sz="1800" b="1" dirty="0"/>
              <a:t> in github.com (for a user):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 err="1"/>
              <a:t>ssh-keygen</a:t>
            </a:r>
            <a:r>
              <a:rPr lang="de-DE" sz="1800" dirty="0"/>
              <a:t> -t ed25519 -C „user-</a:t>
            </a:r>
            <a:r>
              <a:rPr lang="de-DE" sz="1800" dirty="0" err="1"/>
              <a:t>e-mail</a:t>
            </a:r>
            <a:r>
              <a:rPr lang="de-DE" sz="1800" dirty="0"/>
              <a:t>-</a:t>
            </a:r>
            <a:r>
              <a:rPr lang="de-DE" sz="1800" dirty="0" err="1"/>
              <a:t>here</a:t>
            </a:r>
            <a:r>
              <a:rPr lang="de-DE" sz="1800" dirty="0"/>
              <a:t>“</a:t>
            </a:r>
          </a:p>
          <a:p>
            <a:pPr marL="0" indent="0">
              <a:spcBef>
                <a:spcPts val="0"/>
              </a:spcBef>
              <a:buNone/>
            </a:pPr>
            <a:endParaRPr lang="de-DE" sz="1800" dirty="0"/>
          </a:p>
          <a:p>
            <a:pPr marL="0" indent="0">
              <a:spcBef>
                <a:spcPts val="0"/>
              </a:spcBef>
              <a:buNone/>
            </a:pPr>
            <a:r>
              <a:rPr lang="de-DE" sz="1800" b="1" dirty="0" err="1"/>
              <a:t>Install</a:t>
            </a:r>
            <a:r>
              <a:rPr lang="de-DE" sz="1800" b="1" dirty="0"/>
              <a:t> ZED </a:t>
            </a:r>
            <a:r>
              <a:rPr lang="de-DE" sz="1800" b="1" dirty="0" err="1"/>
              <a:t>StereoLabs</a:t>
            </a:r>
            <a:r>
              <a:rPr lang="de-DE" sz="1800" b="1" dirty="0"/>
              <a:t> </a:t>
            </a:r>
            <a:r>
              <a:rPr lang="de-DE" sz="1800" b="1" dirty="0" err="1"/>
              <a:t>cameras</a:t>
            </a:r>
            <a:r>
              <a:rPr lang="de-DE" sz="1800" b="1" dirty="0"/>
              <a:t> SDK (</a:t>
            </a:r>
            <a:r>
              <a:rPr lang="en-US" sz="1800" b="1" dirty="0"/>
              <a:t>ZED SDK 5.0, CUDA 12.6, </a:t>
            </a:r>
            <a:r>
              <a:rPr lang="lv-LV" sz="1800" b="1" dirty="0" err="1"/>
              <a:t>Jetpack</a:t>
            </a:r>
            <a:r>
              <a:rPr lang="lv-LV" sz="1800" b="1" dirty="0"/>
              <a:t> 6.2</a:t>
            </a:r>
            <a:r>
              <a:rPr lang="en-US" sz="1800" b="1" dirty="0"/>
              <a:t> </a:t>
            </a:r>
            <a:r>
              <a:rPr lang="de-DE" sz="1800" b="1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1800" b="1" dirty="0"/>
              <a:t>More </a:t>
            </a:r>
            <a:r>
              <a:rPr lang="de-DE" sz="1800" b="1" dirty="0" err="1"/>
              <a:t>info</a:t>
            </a:r>
            <a:r>
              <a:rPr lang="de-DE" sz="1800" b="1" dirty="0"/>
              <a:t>: </a:t>
            </a:r>
            <a:r>
              <a:rPr lang="de-DE" sz="1800" b="1" dirty="0" err="1">
                <a:hlinkClick r:id="rId3"/>
              </a:rPr>
              <a:t>here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mkdir</a:t>
            </a:r>
            <a:r>
              <a:rPr lang="en-US" sz="1800" dirty="0"/>
              <a:t> -p </a:t>
            </a:r>
            <a:r>
              <a:rPr lang="en-US" sz="1800" dirty="0" err="1"/>
              <a:t>pol_ws</a:t>
            </a:r>
            <a:r>
              <a:rPr lang="en-US" sz="1800" dirty="0"/>
              <a:t>/downloads &amp;&amp; cd </a:t>
            </a:r>
            <a:r>
              <a:rPr lang="en-US" sz="1800" dirty="0" err="1"/>
              <a:t>pol_ws</a:t>
            </a:r>
            <a:r>
              <a:rPr lang="en-US" sz="1800" dirty="0"/>
              <a:t>/downloads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wget</a:t>
            </a:r>
            <a:r>
              <a:rPr lang="en-US" sz="1600" dirty="0"/>
              <a:t> -O ZED_SDK_Tegra_L4T36.3_v5.0.7.zstd.run "https://download.stereolabs.com/</a:t>
            </a:r>
            <a:r>
              <a:rPr lang="en-US" sz="1600" dirty="0" err="1"/>
              <a:t>zedsdk</a:t>
            </a:r>
            <a:r>
              <a:rPr lang="en-US" sz="1600" dirty="0"/>
              <a:t>/5.0/l4t36.3/jetsons?_</a:t>
            </a:r>
            <a:r>
              <a:rPr lang="en-US" sz="1600" dirty="0" err="1"/>
              <a:t>gl</a:t>
            </a:r>
            <a:r>
              <a:rPr lang="en-US" sz="1600" dirty="0"/>
              <a:t>=1*1bezr7q*_</a:t>
            </a:r>
            <a:r>
              <a:rPr lang="en-US" sz="1600" dirty="0" err="1"/>
              <a:t>gcl_au</a:t>
            </a:r>
            <a:r>
              <a:rPr lang="en-US" sz="1600" dirty="0"/>
              <a:t>*MTIwNTg0MDg0Mi4xNzU2Mjg3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Mzcx</a:t>
            </a:r>
            <a:r>
              <a:rPr lang="en-US" sz="1600" dirty="0"/>
              <a:t>“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chmod</a:t>
            </a:r>
            <a:r>
              <a:rPr lang="en-US" sz="1600" dirty="0"/>
              <a:t> +x ./ZED_SDK_Tegra_L4T36.3_v5.0.7.zstd.run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ZED_SDK_Tegra_L4T36.3_v5.0.7.zstd.run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# Installation path: /</a:t>
            </a:r>
            <a:r>
              <a:rPr lang="en-US" sz="1600" dirty="0" err="1"/>
              <a:t>usr</a:t>
            </a:r>
            <a:r>
              <a:rPr lang="en-US" sz="1600" dirty="0"/>
              <a:t>/local/zed/samples/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Install </a:t>
            </a:r>
            <a:r>
              <a:rPr lang="en-US" sz="1600" b="1" dirty="0" err="1">
                <a:hlinkClick r:id="rId4"/>
              </a:rPr>
              <a:t>ZedLink</a:t>
            </a:r>
            <a:r>
              <a:rPr lang="en-US" sz="1600" b="1" dirty="0">
                <a:hlinkClick r:id="rId4"/>
              </a:rPr>
              <a:t> drivers</a:t>
            </a:r>
            <a:r>
              <a:rPr lang="en-US" sz="1600" dirty="0"/>
              <a:t>: (drivers </a:t>
            </a:r>
            <a:r>
              <a:rPr lang="en-US" sz="1600" dirty="0">
                <a:hlinkClick r:id="rId5"/>
              </a:rPr>
              <a:t>list</a:t>
            </a:r>
            <a:r>
              <a:rPr lang="en-US" sz="16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download deb file: stereolabs-zedbox-duo_1.3.1-LI-MAX96712-all-ZEDBOX-L4T36.3.0_arm64.deb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dpkg</a:t>
            </a:r>
            <a:r>
              <a:rPr lang="en-US" sz="1600" dirty="0"/>
              <a:t> -</a:t>
            </a:r>
            <a:r>
              <a:rPr lang="en-US" sz="1600" dirty="0" err="1"/>
              <a:t>i</a:t>
            </a:r>
            <a:r>
              <a:rPr lang="en-US" sz="1600" dirty="0"/>
              <a:t> ./stereolabs-zedbox-duo_1.3.1-LI-MAX96712-all-ZEDBOX-L4T36.3.0_arm64.deb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reboot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dmesg</a:t>
            </a:r>
            <a:r>
              <a:rPr lang="en-US" sz="1600" dirty="0"/>
              <a:t> | grep </a:t>
            </a:r>
            <a:r>
              <a:rPr lang="en-US" sz="1600" dirty="0" err="1"/>
              <a:t>zedx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Install ZED </a:t>
            </a:r>
            <a:r>
              <a:rPr lang="en-US" sz="1600" b="1" dirty="0" err="1"/>
              <a:t>gstreamer</a:t>
            </a:r>
            <a:r>
              <a:rPr lang="en-US" sz="1600" b="1" dirty="0"/>
              <a:t> libraries</a:t>
            </a:r>
            <a:r>
              <a:rPr lang="en-US" sz="16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Install </a:t>
            </a:r>
            <a:r>
              <a:rPr lang="en-US" sz="1600" dirty="0" err="1"/>
              <a:t>prereqirements</a:t>
            </a:r>
            <a:r>
              <a:rPr lang="en-US" sz="1600" dirty="0"/>
              <a:t> from </a:t>
            </a:r>
            <a:r>
              <a:rPr lang="en-US" sz="1600" dirty="0">
                <a:hlinkClick r:id="rId6"/>
              </a:rPr>
              <a:t>here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git clone </a:t>
            </a:r>
            <a:r>
              <a:rPr lang="en-US" sz="1600" dirty="0">
                <a:hlinkClick r:id="rId7"/>
              </a:rPr>
              <a:t>https://github.com/stereolabs/zed-gstreamer.git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zed-</a:t>
            </a:r>
            <a:r>
              <a:rPr lang="en-US" sz="1600" dirty="0" err="1"/>
              <a:t>gstreamer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mkdir</a:t>
            </a:r>
            <a:r>
              <a:rPr lang="en-US" sz="1600" dirty="0"/>
              <a:t> build &amp;&amp; cd build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cmake</a:t>
            </a:r>
            <a:r>
              <a:rPr lang="en-US" sz="1600" dirty="0"/>
              <a:t> -DCMAKE_BUILD_TYPE=Release 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make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make install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apt update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apt install libgstrtspserver-1.0-dev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Check the prev. install</a:t>
            </a:r>
            <a:r>
              <a:rPr lang="en-US" sz="16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zedxonesrc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zeddemux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zeddatamux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zeddatacsvsink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gst-inspect-1.0 </a:t>
            </a:r>
            <a:r>
              <a:rPr lang="en-US" sz="1600" dirty="0" err="1"/>
              <a:t>zedodoverlay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Connect and test the camera (</a:t>
            </a:r>
            <a:r>
              <a:rPr lang="en-US" sz="1600" b="1" dirty="0">
                <a:hlinkClick r:id="rId4"/>
              </a:rPr>
              <a:t>useful info</a:t>
            </a:r>
            <a:r>
              <a:rPr lang="en-US" sz="1600" b="1" dirty="0"/>
              <a:t>):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restart </a:t>
            </a:r>
            <a:r>
              <a:rPr lang="en-US" sz="1600" dirty="0" err="1"/>
              <a:t>zed_x_daemon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ZED_Diagnostic</a:t>
            </a:r>
            <a:r>
              <a:rPr lang="en-US" sz="1600" dirty="0"/>
              <a:t> -c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3763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C1CC-6BDD-DE75-C729-5DD22DAC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0785417" cy="442275"/>
          </a:xfrm>
        </p:spPr>
        <p:txBody>
          <a:bodyPr>
            <a:noAutofit/>
          </a:bodyPr>
          <a:lstStyle/>
          <a:p>
            <a:r>
              <a:rPr lang="en-US" sz="3200" dirty="0"/>
              <a:t>Setup Polaris ZED Orion NX 16GB on Ubuntu 22.04 (2)</a:t>
            </a:r>
            <a:endParaRPr lang="lv-LV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0362-A23D-0406-8304-D7A65EA2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1102823"/>
            <a:ext cx="11041380" cy="820189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Init ROS2 WS: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mkdir</a:t>
            </a:r>
            <a:r>
              <a:rPr lang="en-US" sz="1600" dirty="0"/>
              <a:t> </a:t>
            </a:r>
            <a:r>
              <a:rPr lang="en-US" sz="1600" dirty="0" err="1"/>
              <a:t>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colcon</a:t>
            </a:r>
            <a:r>
              <a:rPr lang="en-US" sz="1600" dirty="0"/>
              <a:t> build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Clone LMT Polaris repository</a:t>
            </a:r>
            <a:r>
              <a:rPr lang="en-US" sz="16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</a:t>
            </a:r>
            <a:r>
              <a:rPr lang="en-US" sz="1600" dirty="0" err="1"/>
              <a:t>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git clone </a:t>
            </a:r>
            <a:r>
              <a:rPr lang="en-US" sz="1600" dirty="0" err="1">
                <a:hlinkClick r:id="rId2"/>
              </a:rPr>
              <a:t>git@github.com:dainissilamikelis</a:t>
            </a:r>
            <a:r>
              <a:rPr lang="en-US" sz="1600" dirty="0">
                <a:hlinkClick r:id="rId2"/>
              </a:rPr>
              <a:t>/</a:t>
            </a:r>
            <a:r>
              <a:rPr lang="en-US" sz="1600" dirty="0" err="1">
                <a:hlinkClick r:id="rId2"/>
              </a:rPr>
              <a:t>polaris-os.git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</a:t>
            </a:r>
            <a:r>
              <a:rPr lang="en-US" sz="1600" dirty="0" err="1"/>
              <a:t>polaris-os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git submodule update --</a:t>
            </a:r>
            <a:r>
              <a:rPr lang="en-US" sz="1600" dirty="0" err="1"/>
              <a:t>init</a:t>
            </a:r>
            <a:r>
              <a:rPr lang="en-US" sz="1600" dirty="0"/>
              <a:t> --recursive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/>
              <a:t>Build </a:t>
            </a:r>
            <a:r>
              <a:rPr lang="en-US" sz="1600" b="1" dirty="0" err="1"/>
              <a:t>mavlink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cd </a:t>
            </a:r>
            <a:r>
              <a:rPr lang="en-US" sz="1600" dirty="0" err="1"/>
              <a:t>mavlink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lv-LV" sz="1600" dirty="0" err="1"/>
              <a:t>cmake</a:t>
            </a:r>
            <a:r>
              <a:rPr lang="lv-LV" sz="1600" dirty="0"/>
              <a:t> -</a:t>
            </a:r>
            <a:r>
              <a:rPr lang="lv-LV" sz="1600" dirty="0" err="1"/>
              <a:t>Bbuild</a:t>
            </a:r>
            <a:r>
              <a:rPr lang="lv-LV" sz="1600" dirty="0"/>
              <a:t> -H. -DCMAKE_INSTALL_PREFIX=~/</a:t>
            </a:r>
            <a:r>
              <a:rPr lang="en-US" sz="1600" dirty="0"/>
              <a:t>pol</a:t>
            </a:r>
            <a:r>
              <a:rPr lang="lv-LV" sz="1600" dirty="0"/>
              <a:t>_</a:t>
            </a:r>
            <a:r>
              <a:rPr lang="lv-LV" sz="1600" dirty="0" err="1"/>
              <a:t>ws</a:t>
            </a:r>
            <a:r>
              <a:rPr lang="lv-LV" sz="1600" dirty="0"/>
              <a:t>/</a:t>
            </a:r>
            <a:r>
              <a:rPr lang="en-US" sz="1600" dirty="0"/>
              <a:t>install</a:t>
            </a:r>
            <a:r>
              <a:rPr lang="lv-LV" sz="1600" dirty="0"/>
              <a:t>/</a:t>
            </a:r>
            <a:r>
              <a:rPr lang="lv-LV" sz="1600" dirty="0" err="1"/>
              <a:t>mavlink</a:t>
            </a:r>
            <a:r>
              <a:rPr lang="lv-LV" sz="1600" dirty="0"/>
              <a:t> -DMAVLINK_DIALECT=</a:t>
            </a:r>
            <a:r>
              <a:rPr lang="lv-LV" sz="1600" dirty="0" err="1"/>
              <a:t>common</a:t>
            </a:r>
            <a:r>
              <a:rPr lang="lv-LV" sz="1600" dirty="0"/>
              <a:t> -DMAVLINK_VERSION=2.0</a:t>
            </a:r>
            <a:r>
              <a:rPr lang="en-US" sz="16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cmake</a:t>
            </a:r>
            <a:r>
              <a:rPr lang="en-US" sz="1600" dirty="0"/>
              <a:t> --build </a:t>
            </a:r>
            <a:r>
              <a:rPr lang="en-US" sz="1600" dirty="0" err="1"/>
              <a:t>build</a:t>
            </a:r>
            <a:r>
              <a:rPr lang="en-US" sz="1600" dirty="0"/>
              <a:t> --target install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touch COLCON_IGNORE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Install </a:t>
            </a:r>
            <a:r>
              <a:rPr lang="en-US" sz="1600" b="1" dirty="0" err="1"/>
              <a:t>depences</a:t>
            </a:r>
            <a:r>
              <a:rPr lang="en-US" sz="16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apt update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apt install </a:t>
            </a:r>
            <a:r>
              <a:rPr lang="en-US" sz="1600" dirty="0" err="1"/>
              <a:t>ros</a:t>
            </a:r>
            <a:r>
              <a:rPr lang="en-US" sz="1600" dirty="0"/>
              <a:t>-humble-can-</a:t>
            </a:r>
            <a:r>
              <a:rPr lang="en-US" sz="1600" dirty="0" err="1"/>
              <a:t>msgs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~/ros2_ws/</a:t>
            </a:r>
            <a:r>
              <a:rPr lang="en-US" sz="1600" dirty="0" err="1"/>
              <a:t>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git clone https://bitbucket.org/DataspeedInc/dataspeed_can.git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rosdep</a:t>
            </a:r>
            <a:r>
              <a:rPr lang="en-US" sz="1600" dirty="0"/>
              <a:t> install --from-paths </a:t>
            </a:r>
            <a:r>
              <a:rPr lang="en-US" sz="1600" dirty="0" err="1"/>
              <a:t>src</a:t>
            </a:r>
            <a:r>
              <a:rPr lang="en-US" sz="1600" dirty="0"/>
              <a:t> --ignore-</a:t>
            </a:r>
            <a:r>
              <a:rPr lang="en-US" sz="1600" dirty="0" err="1"/>
              <a:t>src</a:t>
            </a:r>
            <a:r>
              <a:rPr lang="en-US" sz="1600" dirty="0"/>
              <a:t> -r -y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colcon</a:t>
            </a:r>
            <a:r>
              <a:rPr lang="en-US" sz="1600" dirty="0"/>
              <a:t> build --packages-select </a:t>
            </a:r>
            <a:r>
              <a:rPr lang="en-US" sz="1600" dirty="0" err="1"/>
              <a:t>dataspeed_can_msg_filters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</a:t>
            </a:r>
            <a:r>
              <a:rPr lang="en-US" sz="1600" dirty="0" err="1"/>
              <a:t>src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git clone </a:t>
            </a:r>
            <a:r>
              <a:rPr lang="en-US" sz="1600" dirty="0">
                <a:hlinkClick r:id="rId3"/>
              </a:rPr>
              <a:t>https://github.com/autowarefoundation/ros2_socketcan.git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rosdep</a:t>
            </a:r>
            <a:r>
              <a:rPr lang="en-US" sz="1600" dirty="0"/>
              <a:t> install --from-paths </a:t>
            </a:r>
            <a:r>
              <a:rPr lang="en-US" sz="1600" dirty="0" err="1"/>
              <a:t>src</a:t>
            </a:r>
            <a:r>
              <a:rPr lang="en-US" sz="1600" dirty="0"/>
              <a:t> --ignore-</a:t>
            </a:r>
            <a:r>
              <a:rPr lang="en-US" sz="1600" dirty="0" err="1"/>
              <a:t>src</a:t>
            </a:r>
            <a:r>
              <a:rPr lang="en-US" sz="1600" dirty="0"/>
              <a:t> -r –y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colcon</a:t>
            </a:r>
            <a:r>
              <a:rPr lang="en-US" sz="1600" dirty="0"/>
              <a:t> build --packages-select ros2_socketcan ros2_socketcan_msgs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Setup CAN-USB </a:t>
            </a:r>
            <a:r>
              <a:rPr lang="en-US" sz="1600" b="1" dirty="0" err="1"/>
              <a:t>dataspeed</a:t>
            </a:r>
            <a:r>
              <a:rPr lang="en-US" sz="1600" b="1" dirty="0"/>
              <a:t> tool device</a:t>
            </a:r>
            <a:r>
              <a:rPr lang="en-US" sz="16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lsusb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echo 'SUBSYSTEM=="</a:t>
            </a:r>
            <a:r>
              <a:rPr lang="en-US" sz="1600" dirty="0" err="1"/>
              <a:t>usb</a:t>
            </a:r>
            <a:r>
              <a:rPr lang="en-US" sz="1600" dirty="0"/>
              <a:t>", ATTR{</a:t>
            </a:r>
            <a:r>
              <a:rPr lang="en-US" sz="1600" dirty="0" err="1"/>
              <a:t>idVendor</a:t>
            </a:r>
            <a:r>
              <a:rPr lang="en-US" sz="1600" dirty="0"/>
              <a:t>}=="</a:t>
            </a:r>
            <a:r>
              <a:rPr lang="en-US" sz="1600" b="1" dirty="0">
                <a:solidFill>
                  <a:srgbClr val="FF0000"/>
                </a:solidFill>
              </a:rPr>
              <a:t>6923</a:t>
            </a:r>
            <a:r>
              <a:rPr lang="en-US" sz="1600" dirty="0"/>
              <a:t>", ATTR{</a:t>
            </a:r>
            <a:r>
              <a:rPr lang="en-US" sz="1600" dirty="0" err="1"/>
              <a:t>idProduct</a:t>
            </a:r>
            <a:r>
              <a:rPr lang="en-US" sz="1600" dirty="0"/>
              <a:t>}=="</a:t>
            </a:r>
            <a:r>
              <a:rPr lang="en-US" sz="1600" b="1" dirty="0">
                <a:solidFill>
                  <a:srgbClr val="FF0000"/>
                </a:solidFill>
              </a:rPr>
              <a:t>0112</a:t>
            </a:r>
            <a:r>
              <a:rPr lang="en-US" sz="1600" dirty="0"/>
              <a:t>", MODE="0666"' | \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tee /</a:t>
            </a:r>
            <a:r>
              <a:rPr lang="en-US" sz="1600" dirty="0" err="1"/>
              <a:t>etc</a:t>
            </a:r>
            <a:r>
              <a:rPr lang="en-US" sz="1600" dirty="0"/>
              <a:t>/</a:t>
            </a:r>
            <a:r>
              <a:rPr lang="en-US" sz="1600" dirty="0" err="1"/>
              <a:t>udev</a:t>
            </a:r>
            <a:r>
              <a:rPr lang="en-US" sz="1600" dirty="0"/>
              <a:t>/</a:t>
            </a:r>
            <a:r>
              <a:rPr lang="en-US" sz="1600" dirty="0" err="1"/>
              <a:t>rules.d</a:t>
            </a:r>
            <a:r>
              <a:rPr lang="en-US" sz="1600" dirty="0"/>
              <a:t>/99-dataspeed-can.rules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udevadm</a:t>
            </a:r>
            <a:r>
              <a:rPr lang="en-US" sz="1600" dirty="0"/>
              <a:t> control --reload-rules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udevadm</a:t>
            </a:r>
            <a:r>
              <a:rPr lang="en-US" sz="1600" dirty="0"/>
              <a:t> trigger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ls /dev | grep can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modprobe</a:t>
            </a:r>
            <a:r>
              <a:rPr lang="en-US" sz="1600" dirty="0"/>
              <a:t> can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modprobe</a:t>
            </a:r>
            <a:r>
              <a:rPr lang="en-US" sz="1600" dirty="0"/>
              <a:t> </a:t>
            </a:r>
            <a:r>
              <a:rPr lang="en-US" sz="1600" dirty="0" err="1"/>
              <a:t>can_raw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modprobe</a:t>
            </a:r>
            <a:r>
              <a:rPr lang="en-US" sz="1600" dirty="0"/>
              <a:t> </a:t>
            </a:r>
            <a:r>
              <a:rPr lang="en-US" sz="1600" dirty="0" err="1"/>
              <a:t>can_dev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ip</a:t>
            </a:r>
            <a:r>
              <a:rPr lang="en-US" sz="1600" dirty="0"/>
              <a:t> link show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Setup GNNS receiver</a:t>
            </a:r>
            <a:r>
              <a:rPr lang="en-US" sz="1600" dirty="0"/>
              <a:t>: </a:t>
            </a:r>
            <a:r>
              <a:rPr lang="en-US" sz="1600" dirty="0">
                <a:hlinkClick r:id="rId4"/>
              </a:rPr>
              <a:t>ZED link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apt install </a:t>
            </a:r>
            <a:r>
              <a:rPr lang="en-US" sz="1600" dirty="0" err="1"/>
              <a:t>libgps</a:t>
            </a:r>
            <a:r>
              <a:rPr lang="en-US" sz="1600" dirty="0"/>
              <a:t>-dev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cgps</a:t>
            </a:r>
            <a:r>
              <a:rPr lang="en-US" sz="1600" dirty="0"/>
              <a:t> -s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/>
              <a:t>Compile ROS2 workspace’s packages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rosdep</a:t>
            </a:r>
            <a:r>
              <a:rPr lang="en-US" sz="1600" dirty="0"/>
              <a:t> </a:t>
            </a:r>
            <a:r>
              <a:rPr lang="en-US" sz="1600" dirty="0" err="1"/>
              <a:t>init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rosdep</a:t>
            </a:r>
            <a:r>
              <a:rPr lang="en-US" sz="1600" dirty="0"/>
              <a:t> update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/>
              <a:t>colcon</a:t>
            </a:r>
            <a:r>
              <a:rPr lang="en-US" sz="1600" dirty="0"/>
              <a:t> build --</a:t>
            </a:r>
            <a:r>
              <a:rPr lang="en-US" sz="1600" dirty="0" err="1"/>
              <a:t>symlink</a:t>
            </a:r>
            <a:r>
              <a:rPr lang="en-US" sz="1600" dirty="0"/>
              <a:t>-install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Register as service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Edit</a:t>
            </a:r>
            <a:r>
              <a:rPr lang="en-US" sz="2000" b="1" dirty="0"/>
              <a:t> </a:t>
            </a:r>
            <a:r>
              <a:rPr lang="en-US" sz="2000" dirty="0"/>
              <a:t>~/</a:t>
            </a:r>
            <a:r>
              <a:rPr lang="en-US" sz="2000" dirty="0" err="1"/>
              <a:t>pol_ws</a:t>
            </a:r>
            <a:r>
              <a:rPr lang="en-US" sz="2000" dirty="0"/>
              <a:t>/ </a:t>
            </a:r>
            <a:r>
              <a:rPr lang="en-US" sz="2000" dirty="0" err="1"/>
              <a:t>polaris-os</a:t>
            </a:r>
            <a:r>
              <a:rPr lang="en-US" sz="2000" dirty="0"/>
              <a:t>/scripts/</a:t>
            </a:r>
            <a:r>
              <a:rPr lang="en-US" sz="2000" dirty="0" err="1"/>
              <a:t>polaris.service</a:t>
            </a:r>
            <a:r>
              <a:rPr lang="en-US" sz="2000" dirty="0"/>
              <a:t> to set correct run.sh path and user name, and working </a:t>
            </a:r>
            <a:r>
              <a:rPr lang="en-US" sz="2000" dirty="0" err="1"/>
              <a:t>dir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Edit</a:t>
            </a:r>
            <a:r>
              <a:rPr lang="en-US" sz="2000" b="1" dirty="0"/>
              <a:t> </a:t>
            </a:r>
            <a:r>
              <a:rPr lang="en-US" sz="2000" dirty="0"/>
              <a:t>~/</a:t>
            </a:r>
            <a:r>
              <a:rPr lang="en-US" sz="2000" dirty="0" err="1"/>
              <a:t>pol_ws</a:t>
            </a:r>
            <a:r>
              <a:rPr lang="en-US" sz="2000" dirty="0"/>
              <a:t>/ polaris-os/scripts/run.sh to set CG IP address</a:t>
            </a:r>
            <a:endParaRPr lang="en-US" sz="20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cp ~/</a:t>
            </a:r>
            <a:r>
              <a:rPr lang="en-US" sz="1600" dirty="0" err="1"/>
              <a:t>pol_ws</a:t>
            </a:r>
            <a:r>
              <a:rPr lang="en-US" sz="1600" dirty="0"/>
              <a:t>/</a:t>
            </a:r>
            <a:r>
              <a:rPr lang="en-US" sz="1600" dirty="0" err="1"/>
              <a:t>src</a:t>
            </a:r>
            <a:r>
              <a:rPr lang="en-US" sz="1600" dirty="0"/>
              <a:t>/</a:t>
            </a:r>
            <a:r>
              <a:rPr lang="en-US" sz="1600" dirty="0" err="1"/>
              <a:t>polaris-os</a:t>
            </a:r>
            <a:r>
              <a:rPr lang="en-US" sz="1600" dirty="0"/>
              <a:t>/scripts/</a:t>
            </a:r>
            <a:r>
              <a:rPr lang="en-US" sz="1600" dirty="0" err="1"/>
              <a:t>polaris.service</a:t>
            </a:r>
            <a:r>
              <a:rPr lang="en-US" sz="1600" dirty="0"/>
              <a:t> /</a:t>
            </a:r>
            <a:r>
              <a:rPr lang="en-US" sz="1600" dirty="0" err="1"/>
              <a:t>etc</a:t>
            </a:r>
            <a:r>
              <a:rPr lang="en-US" sz="1600" dirty="0"/>
              <a:t>/</a:t>
            </a:r>
            <a:r>
              <a:rPr lang="en-US" sz="1600" dirty="0" err="1"/>
              <a:t>systemd</a:t>
            </a:r>
            <a:r>
              <a:rPr lang="en-US" sz="1600" dirty="0"/>
              <a:t>/system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chown</a:t>
            </a:r>
            <a:r>
              <a:rPr lang="en-US" sz="1600" dirty="0"/>
              <a:t> </a:t>
            </a:r>
            <a:r>
              <a:rPr lang="en-US" sz="1600" dirty="0" err="1"/>
              <a:t>user:user</a:t>
            </a:r>
            <a:r>
              <a:rPr lang="en-US" sz="1600" dirty="0"/>
              <a:t> /home/user/pol_ws/src/polaris-os/scripts/run.sh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chmod</a:t>
            </a:r>
            <a:r>
              <a:rPr lang="en-US" sz="1600" dirty="0"/>
              <a:t> +x /home/user/pol_ws/src/polaris-os/scripts/run.sh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daemon-</a:t>
            </a:r>
            <a:r>
              <a:rPr lang="en-US" sz="1600" dirty="0" err="1"/>
              <a:t>reexec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daemon-reload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enable </a:t>
            </a:r>
            <a:r>
              <a:rPr lang="en-US" sz="1600" dirty="0" err="1"/>
              <a:t>polaris.service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start </a:t>
            </a:r>
            <a:r>
              <a:rPr lang="en-US" sz="1600" dirty="0" err="1"/>
              <a:t>polaris.service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Check status: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systemctl</a:t>
            </a:r>
            <a:r>
              <a:rPr lang="en-US" sz="1600" dirty="0"/>
              <a:t> status </a:t>
            </a:r>
            <a:r>
              <a:rPr lang="en-US" sz="1600" dirty="0" err="1"/>
              <a:t>polaris.service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/>
              <a:t>journalctl</a:t>
            </a:r>
            <a:r>
              <a:rPr lang="en-US" sz="1600" dirty="0"/>
              <a:t> -u </a:t>
            </a:r>
            <a:r>
              <a:rPr lang="en-US" sz="1600" dirty="0" err="1"/>
              <a:t>polaris.service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818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2BBB-903F-C13A-4855-EA3A5BF1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397436"/>
          </a:xfrm>
        </p:spPr>
        <p:txBody>
          <a:bodyPr>
            <a:normAutofit fontScale="90000"/>
          </a:bodyPr>
          <a:lstStyle/>
          <a:p>
            <a:r>
              <a:rPr lang="en-US" dirty="0"/>
              <a:t>RUN commands (manual run)</a:t>
            </a:r>
            <a:endParaRPr lang="lv-LV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A2AA9-D119-508E-E5AB-D77337BFD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1284791"/>
            <a:ext cx="11041380" cy="73629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/>
              <a:t>Polaris ZED Box (</a:t>
            </a:r>
            <a:r>
              <a:rPr lang="en-US" sz="2600" b="1" dirty="0" err="1"/>
              <a:t>user@admin</a:t>
            </a:r>
            <a:r>
              <a:rPr lang="en-US" sz="2600" b="1" dirty="0"/>
              <a:t>): 172.25.65.12</a:t>
            </a:r>
          </a:p>
          <a:p>
            <a:pPr marL="0" indent="0">
              <a:buNone/>
            </a:pPr>
            <a:r>
              <a:rPr lang="en-US" sz="1600" i="1" dirty="0"/>
              <a:t>Bash Terminal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ros2 launch </a:t>
            </a:r>
            <a:r>
              <a:rPr lang="en-US" sz="1600" dirty="0" err="1"/>
              <a:t>polaris_joystick</a:t>
            </a:r>
            <a:r>
              <a:rPr lang="en-US" sz="1600" dirty="0"/>
              <a:t> joystick.launch.xml</a:t>
            </a:r>
          </a:p>
          <a:p>
            <a:pPr marL="0" indent="0">
              <a:buNone/>
            </a:pPr>
            <a:r>
              <a:rPr lang="en-US" sz="1600" i="1" dirty="0"/>
              <a:t>Bash Terminal 2: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ros2 launch </a:t>
            </a:r>
            <a:r>
              <a:rPr lang="en-US" sz="1600" dirty="0" err="1"/>
              <a:t>mavros_commutator</a:t>
            </a:r>
            <a:r>
              <a:rPr lang="en-US" sz="1600" dirty="0"/>
              <a:t> run.xml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Bash Terminal 3: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./build/</a:t>
            </a:r>
            <a:r>
              <a:rPr lang="en-US" sz="1600" dirty="0" err="1"/>
              <a:t>ZED_Streaming_Sender</a:t>
            </a:r>
            <a:r>
              <a:rPr lang="en-US" sz="1600" dirty="0"/>
              <a:t>/</a:t>
            </a:r>
            <a:r>
              <a:rPr lang="en-US" sz="1600" dirty="0" err="1"/>
              <a:t>ZED_Streaming_Sender</a:t>
            </a:r>
            <a:r>
              <a:rPr lang="en-US" sz="1600" dirty="0"/>
              <a:t> </a:t>
            </a:r>
            <a:r>
              <a:rPr lang="en-US" sz="1600" b="1" dirty="0"/>
              <a:t>5002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Bash Terminal 4: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cd ~/</a:t>
            </a:r>
            <a:r>
              <a:rPr lang="en-US" sz="1600" dirty="0" err="1"/>
              <a:t>pol_ws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./build/</a:t>
            </a:r>
            <a:r>
              <a:rPr lang="en-US" sz="1600" dirty="0" err="1"/>
              <a:t>ZED_One_live</a:t>
            </a:r>
            <a:r>
              <a:rPr lang="en-US" sz="1600" dirty="0"/>
              <a:t>/</a:t>
            </a:r>
            <a:r>
              <a:rPr lang="en-US" sz="1600" dirty="0" err="1"/>
              <a:t>ZED_One_streaming_sender</a:t>
            </a:r>
            <a:r>
              <a:rPr lang="en-US" sz="1600" dirty="0"/>
              <a:t> </a:t>
            </a:r>
            <a:r>
              <a:rPr lang="en-US" sz="1600" b="1" dirty="0"/>
              <a:t>5004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600" b="1" dirty="0"/>
              <a:t>CG hos (</a:t>
            </a:r>
            <a:r>
              <a:rPr lang="en-US" sz="2600" b="1" dirty="0" err="1"/>
              <a:t>sholc@sholc</a:t>
            </a:r>
            <a:r>
              <a:rPr lang="en-US" sz="2600" b="1" dirty="0"/>
              <a:t>): 172.25.64.194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i="1" dirty="0"/>
              <a:t>Bash Terminal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cd ~/</a:t>
            </a:r>
            <a:r>
              <a:rPr lang="en-US" sz="1600" b="1" dirty="0" err="1"/>
              <a:t>gc_ws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ros2 run </a:t>
            </a:r>
            <a:r>
              <a:rPr lang="en-US" sz="1600" dirty="0" err="1"/>
              <a:t>gc_gui</a:t>
            </a:r>
            <a:r>
              <a:rPr lang="en-US" sz="1600" dirty="0"/>
              <a:t> </a:t>
            </a:r>
            <a:r>
              <a:rPr lang="en-US" sz="1600" dirty="0" err="1"/>
              <a:t>gui_node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i="1" dirty="0"/>
              <a:t>Bash Terminal 2: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cd ~/</a:t>
            </a:r>
            <a:r>
              <a:rPr lang="en-US" sz="1600" b="1" dirty="0" err="1"/>
              <a:t>gc_ws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ros2 run </a:t>
            </a:r>
            <a:r>
              <a:rPr lang="en-US" sz="1600" dirty="0" err="1"/>
              <a:t>mavros_telemetry_proc</a:t>
            </a:r>
            <a:r>
              <a:rPr lang="en-US" sz="1600" dirty="0"/>
              <a:t> </a:t>
            </a:r>
            <a:r>
              <a:rPr lang="en-US" sz="1600" dirty="0" err="1"/>
              <a:t>mavros_telemetry_proc_node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i="1" dirty="0"/>
              <a:t>Bash Terminal 3: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cd ~/</a:t>
            </a:r>
            <a:r>
              <a:rPr lang="en-US" sz="1600" b="1" dirty="0" err="1"/>
              <a:t>gc_ws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ros2 launch </a:t>
            </a:r>
            <a:r>
              <a:rPr lang="en-US" sz="1600" dirty="0" err="1"/>
              <a:t>mavros_joystic</a:t>
            </a:r>
            <a:r>
              <a:rPr lang="en-US" sz="1600" dirty="0"/>
              <a:t> run.xml 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i="1" dirty="0"/>
              <a:t>Bash Terminal 4: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cd ~/</a:t>
            </a:r>
            <a:r>
              <a:rPr lang="en-US" sz="1600" b="1" dirty="0" err="1"/>
              <a:t>gc_ws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./build/</a:t>
            </a:r>
            <a:r>
              <a:rPr lang="en-US" sz="1600" dirty="0" err="1"/>
              <a:t>ZED_One_live</a:t>
            </a:r>
            <a:r>
              <a:rPr lang="en-US" sz="1600" dirty="0"/>
              <a:t>/</a:t>
            </a:r>
            <a:r>
              <a:rPr lang="en-US" sz="1600" dirty="0" err="1"/>
              <a:t>ZED_One_streaming_receiver</a:t>
            </a:r>
            <a:r>
              <a:rPr lang="en-US" sz="1600" dirty="0"/>
              <a:t> </a:t>
            </a:r>
            <a:r>
              <a:rPr lang="en-US" sz="1600" b="1" dirty="0"/>
              <a:t>172.25.65.12:5004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i="1" dirty="0"/>
              <a:t>Bash Terminal 5: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cd ~/</a:t>
            </a:r>
            <a:r>
              <a:rPr lang="en-US" sz="1600" b="1" dirty="0" err="1"/>
              <a:t>gc_ws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source install/</a:t>
            </a:r>
            <a:r>
              <a:rPr lang="en-US" sz="1600" dirty="0" err="1"/>
              <a:t>setup.bash</a:t>
            </a: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./build/</a:t>
            </a:r>
            <a:r>
              <a:rPr lang="en-US" sz="1600" dirty="0" err="1"/>
              <a:t>ZED_Streaming_Receiver</a:t>
            </a:r>
            <a:r>
              <a:rPr lang="en-US" sz="1600" dirty="0"/>
              <a:t>/</a:t>
            </a:r>
            <a:r>
              <a:rPr lang="en-US" sz="1600" dirty="0" err="1"/>
              <a:t>ZED_Streaming_Receiver</a:t>
            </a:r>
            <a:r>
              <a:rPr lang="en-US" sz="1600" dirty="0"/>
              <a:t> </a:t>
            </a:r>
            <a:r>
              <a:rPr lang="en-US" sz="1600" b="1" dirty="0"/>
              <a:t>172.25.65.12:5002</a:t>
            </a:r>
          </a:p>
        </p:txBody>
      </p:sp>
    </p:spTree>
    <p:extLst>
      <p:ext uri="{BB962C8B-B14F-4D97-AF65-F5344CB8AC3E}">
        <p14:creationId xmlns:p14="http://schemas.microsoft.com/office/powerpoint/2010/main" val="1625188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80351</TotalTime>
  <Words>1953</Words>
  <Application>Microsoft Office PowerPoint</Application>
  <PresentationFormat>A3 Paper (297x420 mm)</PresentationFormat>
  <Paragraphs>395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ROS2 arhitektūra GC (workspace)</vt:lpstr>
      <vt:lpstr>ROS2 arhitektūra Polaris (workspace)</vt:lpstr>
      <vt:lpstr>Setup GC on Ubuntu 24.04</vt:lpstr>
      <vt:lpstr>Setup Polaris ZED Orion NX 16GB on Ubuntu 22.04 (1)</vt:lpstr>
      <vt:lpstr>Setup Polaris ZED Orion NX 16GB on Ubuntu 22.04 (2)</vt:lpstr>
      <vt:lpstr>RUN commands (manual run)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Andrejs Zujevs</dc:creator>
  <cp:lastModifiedBy>Andrejs Zujevs</cp:lastModifiedBy>
  <cp:revision>106</cp:revision>
  <dcterms:created xsi:type="dcterms:W3CDTF">2025-08-27T09:07:49Z</dcterms:created>
  <dcterms:modified xsi:type="dcterms:W3CDTF">2025-11-16T19:27:05Z</dcterms:modified>
</cp:coreProperties>
</file>